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MULTIVARIAT DAN PENGANTAR MACHINE LEARNING STATISTIK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Principal Component Analysis (PCA) untuk reduksi dimensi dan menginterpretasikan komponen utama.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analisis klaster menggunakan K-Means Clustering dan menentukan jumlah klaster optimal.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analisis klaster hierarkis (hierarchical clustering) dan menginterpretasikan dendrogram.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prinsip dasar algoritma Naive Bayes sebagai pengantar klasifikasi statistik.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dan memvisualisasikan model multivariat menggunakan package factoextra.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14.1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(PCA)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(PCA) adalah teknik reduksi dimensi yang mentransformasikan sekumpulan variabel numerik yang mungkin saling berkorelasi menjadi sekumpulan vari...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penutup Bagian IV ini menand...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K-Means, hierarchical clustering, dan Naive Bayes yang dibahas pada bab ini adalah representasi dari dua kategori besar dalam machine learning: unsuperv...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Motivasi utama PCA adalah menyed...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berguna untuk visualisasi data multivariat (yang sulit divisualisasikan langsung pada lebih dari 2-3 dimensi), mengurangi multikolinearitas sebelum pe...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matematis, komponen utama...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matematis bahwa eigenvector dari matrix simetris (seperti matrix korelasi) SELALU saling tegak lurus (orthogonal) inilah yang menjamin komponen-komp...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14.1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Principal Component Analysis (PCA)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14.1 — Implementasi Principal Compo...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5 metrik kinerja server yang saling berkorelasi (mengukur beban sistem)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set.seed(1401)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n_server &lt;- 100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faktor_beban &lt;- rnorm(n_server)   # faktor laten tak teramati yang memengaruhi seluruh metrik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df_metrik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cpu_persen    = 50 + 15*faktor_beban + rnorm(n_server, 0, 5),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memori_persen = 45 + 12*faktor_beban + rnorm(n_server, 0, 6),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io_disk       = 30 + 10*faktor_beban + rnorm(n_server, 0, 8),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latensi_ms    = 100 + 25*faktor_beban + rnorm(n_server, 0, 10),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cpu_persen memori_persen io_disk latensi_ms antrian_req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cpu_persen         1.00          0.87    0.78       0.85        0.82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memori_persen      0.87          1.00    0.75       0.81        0.79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io_disk            0.78          0.75    1.00       0...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14.2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adalah algoritma clustering (pengelompokan) yang mempartisi n observasi ke dalam k klaster, dengan setiap observasi ditempatkan pada klaster yang centroid (titik pu...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keterbatasan penting K-Me...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praktik yang sangat direkomendasikan (nstart ≥ 20-25) untuk mengurangi risiko terjebak pada solusi optimum lokal yang buruk, terutama pada dataset den...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within-cluster sum of squar...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“elbow” yang jelas terlihat pada k=3, mengindikasikan bahwa 3 klaster adalah jumlah yang optimal untuk data ini (konsisten dengan cara data disimulasikan: ti...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Selain metode elbow, silhouette 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keduanya sepakat pada nilai k yang sama, tingkat keyakinan terhadap jumlah klaster tersebut menjadi jauh lebih tinggi.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14.2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K-Means Clustering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14.2 — Scree plot dan biplot untuk 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segmentasi pengguna aplikasi berdasarkan frekuensi_login dan durasi_sesi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set.seed(1402)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n_pengguna &lt;- 150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df_pengguna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frekuensi_login = c(rnorm(50, 25, 5), rnorm(50, 8, 3), rnorm(50, 2, 1)),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durasi_sesi_menit = c(rnorm(50, 45, 10), rnorm(50, 15, 5), rnorm(50, 5, 2))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Menentukan k optimal menggunakan METODE ELBOW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wss &lt;- sapply(1:8, function(k) kmeans(scale(df_pengguna), centers = k, nstart = 10)$tot.withinss)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data.frame(k = 1:8, within_ss = round(wss, 1))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within_ss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1 1     298.0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2 2     134.2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3 3      42.7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4 4      38.1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5 5      34.9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6 6      31.5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7 7      28.9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8 8      26.7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14.3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dan Dendrogram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K-Means yang memerlukan penentuan jumlah klaster k SEBELUM analisis dilakukan, hierarchical clustering (khususnya varian agglomerative, “bottom-up”) membangun 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“jarak antar-klaster” (...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linkage (digunakan pada Kode R 14.5) mendefinisikan jarak antar-klaster sebagai jarak MAKSIMUM antara pasangan observasi dari kedua klaster (menghas...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pada Kode R 14.5 memv...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observasi yang bergabung pada ketinggian (jarak) RENDAH sangat mirip satu sama lain, sedangkan penggabungan pada ketinggian TINGGI menghubungkan klaster-klas...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unik dendrogram yang 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nuansa struktural yang sepenuhnya hilang pada output K-Means yang hanya melaporkan penetapan klaster akhir tanpa informasi mengenai hubungan hierarkis...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14.3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Hierarchical Clustering dan Dendrogram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14.4 — Implementasi dan visualisasi...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Hierarchical clustering pada subset data pengguna (30 observasi agar dendrogram tetap terbaca)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set.seed(1404)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subset_pengguna &lt;- df_pengguna[sample(1:150, 30), c("frekuensi_login", "durasi_sesi_menit")]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data_scaled &lt;- scale(subset_pengguna)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Menghitung matrix jarak (Euclidean) dan melakukan clustering (metode "complete linkage")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matriks_jarak &lt;- dist(data_scaled, method = "euclidean")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model_hclust &lt;- hclust(matriks_jarak, method = "complete")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Visualisasi dendrogram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plot(model_hclust,...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klaster_hclust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1  2  3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10 11  9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Hierarchical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K_Means      1  2 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1   10  0  0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2    0 11  0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3    0  0  9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14.4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Naive Bayes Classifier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adalah algoritma klasifikasi berbasis Teorema Bayes (disinggung pertama kali pada Sub-bab 5.2 dalam konteks probabilitas bersyarat), dengan asumsi “naif” bahwa 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Terdapat beberapa varian Naive B...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aplikasi langsung dari distribusi Normal yang telah dibahas mendalam pada Bab 6). Fungsi naiveBayes() dari package e1071 secara otomatis mendeteksi je...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mengklasifikasikan o...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perkalian peluang setiap prediktor SECARA INDEPENDEN dengan syarat kelas, alih-alih menghitung peluang gabungan seluruh prediktor sekaligus (yang akan memerl...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isu praktis penting pada im...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meskipun bukti dari prediktor lain mungkin sangat mendukung kelas tersebut. Laplace smoothing (juga disebut add-one smoothing) mengatasi masalah ini dengan m...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14.4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Pengantar Naive Bayes Classifier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14.6 — Memotong dendrogram dengan c...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library(e1071)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klasifikasi email sebagai spam/bukan berdasarkan tiga fitur biner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set.seed(1405)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n_email &lt;- 300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df_email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mengandung_link  = rbinom(n_email, 1, 0.5),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banyak_huruf_kapital = rbinom(n_email, 1, 0.4),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kata_promosi     = rbinom(n_email, 1, 0.45)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Peluang spam meningkat dengan kombinasi ketiga fitur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logit_spam &lt;- -2 + 1.8*df_email$mengandung_link + 1.5*df_email$banyak_huruf_kapital + 2.2*df_email$kata_promosi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df_email$spam &lt;- factor(rbinom(n_e...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Naive Bayes Classifier for Discrete Predictors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A-priori probabilities: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Bukan Spam       Spam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0.5571429  0.4428571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 probabilities: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mengandung_link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                  0        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Bukan Spam 0.6538462 0.3461538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Spam 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14.5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Model Multivariat dan Visualisasi dengan factoextra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factoextra menyediakan fungsi visualisasi tingkat lanjut yang lebih informatif dan estetis dibandingkan fungsi bawaan R (biplot(), plot(hclust)) untuk hasil PCA mau...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dasar. Bangkitkan dataset dengan 4 metrik numerik yang saling berkorelasi (mirip Kode R 14.1), bangun PCA menggunakan prcomp(scale=TRUE), dan interpretas...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185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473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473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473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473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dan biplot. Buatlah scree plot dan biplot dari hasil PCA Langkah 1, lalu tentukan berapa komponen yang layak dipertahankan berdasarkan elbow point.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506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794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794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dan metode elbow. Bangkitkan data dua variabel dengan tiga kelompok alami, gunakan metode elbow untuk menentukan k optimal, lalu terapkan K-Means den...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1827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115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115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115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0115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klaster. Hitung rata-rata setiap variabel per klaster hasil Langkah 3 menggunakan aggregate(), lalu berikan interpretasi bisnis untuk setiap klaster.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14.5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Evaluasi Model Multivariat dan Visualisasi dengan factoextra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14.8 — Evaluasi model Naive Bayes m...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library(factoextra)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Visualisasi PCA yang lebih informatif: individuals plot dengan kontribusi variabel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fviz_pca_biplot(model_pca, geom.ind = "point", col.ind = "steelblue",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col.var = "firebrick", repel = 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title = "Biplot PCA (factoextra): Metrik Kinerja Server")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Scree plot otomatis dengan factoextra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fviz_eig(model_pca, addlabels = TRUE, main = "Scree Plot Otomatis (factoextra)")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Visualisasi hasil K-Means dengan factoextra (termasuk convex hul...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$variansi_PC1_PC2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0.8734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$profil_segmen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segmen cpu_hours storage_gb api_calls biaya_juta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1      1    28.945    101.234   1198.234      3.912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2      2    79.812    498.671   4987.812     11.978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3      3   149.234   1201.456  14987.671     2...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 — Bab 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langkah praktikum berikut secara berurutan di RStudio: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Lingkungan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workspace RStudio dan muat paket statistik yang diperlukan.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atau muat dataset studi kasus bidang Teknik Informatika.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&amp; Komputasi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estimasi parameter, pemodelan, atau simulasi.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&amp; Diagnostik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Sajikan grafik distribusi dan verifikasi asumsi statistik.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Hasil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Dokumentasikan temuan dalam bentuk skrip reproducible (.R/.Rmd).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mentransformasikan variabel yang saling berkorelasi menjadi komponen utama yang tidak berkorelasi, disusun berdasarkan proporsi variansi yang d...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membantu menentukan jumlah komponen yang layak dipertahankan (elbow point); biplot memvisualisasikan observasi dan kontribusi variabel a...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mempartisi data ke dalam k klaster berdasarkan kedekatan dengan centroid, memerlukan penentuan k di awal; metode elbow (berdasarkan within-...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membangun hierarki klaster secara bertahap (agglomerative) dan divisualisasikan sebagai dendrogram, tidak memerlukan penent...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cutree() memotong dendrogram menjadi sejumlah klaster tertentu; hasil hierarchical clustering dan K-Means dapat dibandingkan menggunakan tabel kont...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mengklasifikasikan observasi berdasarkan Teorema Bayes dengan asumsi independensi antar-prediktor bersyarat kelas; asumsi ini sering di...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klasifikasi seperti Naive Bayes dievaluasi menggunakan confusion matrix dan akurasi, mengikuti kerangka evaluasi yang sama seperti regresi lo...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factoextra menyediakan visualisasi tingkat lanjut (fviz_pca_biplot(), fviz_eig(), fviz_cluster()) yang lebih informatif dibandingkan fungsi...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tujuan utama PCA dan mengapa scale=TRUE penting ketika variabel memiliki satuan yang berbeda-beda.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bagaimana scree plot digunakan untuk menentukan jumlah komponen utama yang layak dipertahankan.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prinsip algoritma K-Means, termasuk langkah-langkah iteratifnya hingga konvergen.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12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5166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metode elbow untuk menentukan jumlah klaster optimal pada K-Means.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keunggulan package factoextra dibandingkan fungsi visualisasi bawaan R untuk PCA dan clustering.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bagaimana PCA, K-Means, dan Naive Bayes dapat saling melengkapi dalam satu alur analisis data multivariat.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Diberikan dataset dengan 4 variabel numerik yang saling berkorelasi, bangun PCA menggunakan prcomp() dan laporkan proporsi variansi kumulatif hingga PC2.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Rizzo, M.L. (2019). Statistical Computing with R, 2nd Edition. Boca Raton: CRC Press, Chapman &amp; Hall — Bab 5.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Zulfikar, Susanti, A. &amp; Munawarah (2022). Statistical Computing dengan Program R. Jombang: Penerbit UNWAHA — Bab VII, IX, X.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Seefeld, K. &amp; Linder, E. (2007). Statistics Using R with Biological Examples. University of New Hampshire — Bab 7–8.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— PROYEK AKHIR: STUDI KASUS ANALISIS DATA KOMPREHENSIF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· ANALISIS MULTIVARIAT DAN PENGANTAR MACHINE LEARNING STATISTIK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14: ANALISIS MULTIVARIAT DAN PENGANTAR MACHINE LEARNING STATISTIK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