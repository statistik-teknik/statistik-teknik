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PARAMETER DAN INTERVAL KEPERCAYAAN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estimasi titik dan estimasi interval, serta menjelaskan sifat-sifat estimator yang baik (unbiased, efficient, consistent).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dan menginterpretasikan interval kepercayaan untuk rata-rata, baik ketika varians populasi diketahui maupun tidak diketahui.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dan menginterpretasikan interval kepercayaan untuk proporsi dan varians populasi.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ukuran sampel minimum berdasarkan margin of error dan tingkat kepercayaan yang ditetapkan.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metode Maximum Likelihood Estimation (MLE) dan mengimplementasikannya di 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Titik vs Estimasi Interval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parameter adalah proses menggunakan data sampel untuk menduga nilai suatu parameter populasi yang tidak diketahui, seperti rata-rata populasi (μ), proporsi populas...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Unbiasedness (tak bias)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dikatakan tak bias apabila nilai harapannya sama dengan parameter yang diduga, yaitu E(estimator) = parameter. Rata-rata sampel x̄ adalah estimator...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(efisiensi)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antara beberapa estimator tak bias, estimator yang memiliki varians terkecil dikatakan lebih efisien, karena dugaannya cenderung lebih konsisten dari satu...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(konsistensi)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dikatakan konsisten apabila nilainya semakin mendekati parameter populasi seiring bertambahnya ukuran sampel n, sejalan dengan prinsip Hukum Bilang...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Estimasi Titik vs Estimasi Interval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7.1 — Implementasi Estimasi Titik v...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memverifikasi sifat unbiased estimator rata-rata dan varians secara empiris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set.seed(701)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populasi &lt;- rnorm(100000, mean = 50, sd = 10)   # populasi "hipotetis" dengan mu=50, sigma^2=100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Simulasi 5000 sampel berukuran n=20, hitung rata-rata dan varians sampel setiap kali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n_sampel &lt;- 20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hasil_mean &lt;- replicate(5000, mean(sample(populasi, n_sampel)))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hasil_var_n1  &lt;- replicate(5000, var(sample(populasi, n_sampel)))          # varians sampel (dibagi n-1)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hasil_var_n   &lt;- repli...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estimator rata_simulasi parameter_asli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     mean(x)        49.998         50.024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var(x), dibagi n-1        99.847         99.930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varians naif, dibagi n        94.855         99.930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Kepercayaan untuk Rata-rata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kepercayaan (confidence interval, CI) untuk rata-rata populasi μ dibangun berdasarkan distribusi sampling rata-rata sampel, yang menurut Teorema Limit Pusat (Bab 6...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σ diketahui (situasi yang jarang terjadi di praktik nyata, namun penting secara teoretis), CI untuk μ pada tingkat kepercayaan (1−α) dihitung sebagai 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praktik, σ hampir selalu tidak diketahui dan harus diestimasi dari standar deviasi sampel (s). Karena estimasi tambahan ini menambah ketidakpastian, ni...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perhitungan manual pada Kode R 7.5 identik dengan keluaran fungsi t.test(), yang mengonfirmasi bahwa fungsi bawaan tersebut memang mengimplementasikan 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Interval Kepercayaan untuk Rata-rata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7.3 — Estimasi titik yang identik d...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waktu respons API, sigma (dari spesifikasi historis) diketahui = 8 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set.seed(703)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sampel_respons &lt;- rnorm(36, mean = 210, sd = 8)   # simulasi 36 pengukuran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x_bar   &lt;- mean(sampel_respons)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   &lt;- 8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     &lt;- length(sampel_respons)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  &lt;- 0.05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z_kritis &lt;- qnorm(1 - alpha/2)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margin_error &lt;- z_kritis * (sigma / sqrt(n))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CI_bawah &lt;- x_bar - margin_error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CI_atas  &lt;- x_bar + margin_error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data.frame(x_bar = round(x_bar,2), margin_error = round(margin_error,2),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x_bar margin_error          CI_95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1 208.85         2.61 [206.24, 211.46]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Kepercayaan untuk Proporsi dan Varians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parameter yang diestimasi adalah proporsi populasi p (misalnya proporsi permintaan API yang gagal, atau proporsi pengguna yang mengalami error), CI dibangun berdasar...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pendekatan pada Kode R 7....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prop.test() dengan koreksi kontinuitas (default) menghasilkan interval yang sedikit lebih lebar dibandingkan pendekatan Wald manual, karena koreksi kontinuit...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ketiga yang lebih akurat, khususnya untuk proporsi yang mendekati 0 atau 1 atau ukuran sampel kecil, adalah interval Wilson score, yang membalikka...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metode pada Kode R 7.9 me...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situasi di mana interval Wald bahkan dapat menghasilkan batas bawah negatif (secara matematis tidak valid untuk sebuah proporsi), sedangkan interval Wilson s...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Interval Kepercayaan untuk Proporsi dan Varians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7.7 — CI satu arah dan pengaruh uku...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dari 400 permintaan API yang dipantau, 24 di antaranya gagal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n_permintaan &lt;- 400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jumlah_gagal &lt;- 24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p_hat &lt;- jumlah_gagal / n_permintaan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 Wald manual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z_kritis &lt;- qnorm(0.975)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se_proporsi &lt;- sqrt(p_hat * (1 - p_hat) / n_permintaan)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CI_wald &lt;- p_hat + c(-1, 1) * z_kritis * se_proporsi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round(CI_wald, 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 menggunakan prop.test() (dengan koreksi kontinuitas, default)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prop.test(jumlah_gagal, n_permintaan, conf.level = 0.95)$conf.int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 menggunakan prop.test() TANPA ko...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0.0369 0.0831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0.03987 0.08722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0.04073 0.08579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 Ukuran Sampel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satu aplikasi praktis paling penting dari teori estimasi interval adalah menentukan ukuran sampel minimum yang diperlukan sebelum suatu penelitian atau pengujian dila...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rumus margin of error E = zα/2 × (σ/√n), ukuran sampel minimum dapat diturunkan menjadi n = (zα/2 × σ / E)², dibulatkan ke atas ke bilangan bulat terdek...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sampel minimum juga sensi...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studi pendahuluan hanya memberikan perkiraan kasar σ, sebaiknya dilakukan analisis sensitivitas dengan mencoba beberapa nilai σ yang masuk akal, agar...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estimasi proporsi, rumus ukuran sampel minimum adalah n = p̂(1−p̂) × (zα/2/E)². Apabila belum tersedia estimasi awal p̂ (misalnya dari studi pendahulua...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Penentuan Ukuran Sampel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7.10 — CI 95% untuk varians dan sta...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berapa banyak pengukuran waktu respons yang diperlukan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agar margin of error tidak lebih dari 2 ms, pada tingkat kepercayaan 95%?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(estimasi sigma dari studi pendahuluan/pilot study = 8 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sigma_estimasi &lt;- 8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margin_target  &lt;- 2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z_kritis &lt;- qnorm(0.975)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n_minimum &lt;- ceiling((z_kritis * sigma_estimasi / margin_target)^2)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n_minimum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62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Maximum Likelihood Estimation (MLE)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 (MLE) adalah kerangka kerja estimasi parameter yang lebih umum dibandingkan pendekatan method of moments (seperti x̄ untuk μ). Prinsip dasarny...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distribusi Normal, dapat d...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 estimator MLE bagi varians sesungguhnya bias, meskipun tetap konsisten untuk sampel besar.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optimisasi numerik menggun...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mengonfirmasi bahwa keduanya memang menyelesaikan masalah optimisasi yang sama. Pendekatan optim() menjadi sangat berguna ketika solusi closed-form tidak ter...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MASS menyediakan fungsi fitdistr() yang secara otomatis melakukan estimasi MLE untuk berbagai distribusi tanpa perlu menuliskan fungsi log-likelihood...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7.5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Metode Maximum Likelihood Estimation (MLE)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7.14 — Trade-off antara margin of e...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MLE untuk parameter distribusi Normal secara manual vs closed-form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set.seed(707)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data_mle &lt;- rnorm(200, mean = 100, sd = 15)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Fungsi NEGATIF log-likelihood (dinegasikan agar dapat diminimumkan oleh optim())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neg_log_likelihood_normal &lt;- function(par, 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 &lt;- par[1]; sigma &lt;- par[2]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-sum(dnorm(x, mean = mu, sd = sigma, log = TRUE))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Optimisasi numerik menggunakan optim() dengan nilai awal sembarang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hasil_optim &lt;- optim(par = c(mu = 90, sigma = 10), fn = neg_log_lik...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     sigma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100.60485  14.87361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mean_closed_form sd_mle_closed_form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100.6048            14.8734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estimasi parameter kinerja sebuah layanan cloud storage. Kerjakan pada satu berkas skrip bernama praktikum_bab7.R.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titik dan sifat unbiased. Bangkitkan populasi hipotetis 50.000 nilai waktu unggah (rnorm, mean=12, sd=3). Simulasikan 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estimator. Menggunakan populasi yang sama, bandingkan varians dari 3000 estimasi mean sampel dengan varians dari 3000...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rata-rata (sigma tidak diketahui). Ambil satu sampel berukuran n=30 dari populasi pada Langkah 1, lalu hitung CI 95% untuk r...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cakupan. Ulangi prosedur pada Langkah 3 sebanyak 500 kali (masing-masing dengan sampel baru berukuran n=30), lalu hitu...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proporsi (tiga metode). Dari 250 sesi unggah yang dipantau, 18 di antaranya mengalami kegagalan. Hitung CI 95% untuk propors...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varians. Menggunakan sampel pada Langkah 3, hitung CI 95% untuk varians dan standar deviasi waktu unggah menggunakan pendeka...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titik menghasilkan satu nilai dugaan parameter populasi, sedangkan estimasi interval menghasilkan rentang nilai beserta tingkat kepercayaa...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yang baik memiliki sifat unbiased (nilai harapan sama dengan parameter), efficient (varians terkecil), dan consistent (mendekati paramete...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antara dua estimator yang sama-sama tak bias bagi pusat distribusi Normal, mean sampel lebih efisien (varians lebih kecil) dibandingkan median s...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untuk rata-rata menggunakan nilai kritis distribusi Z ketika σ diketahui, dan distribusi t ketika σ tidak diketahui (kasus yang jauh lebih umum 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tingkat kepercayaan yang benar: apabila prosedur diulang berkali-kali, sekitar (1−α)×100% dari interval yang dihasilkan akan memuat pa...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untuk proporsi dapat dihitung melalui pendekatan Wald manual, prop.test() dengan koreksi kontinuitas, atau interval Wilson score yang lebih akur...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sampel minimum untuk rata-rata: n = (zα/2σ/E)²; untuk proporsi: n = p̂(1−p̂)(zα/2/E)²; keduanya berbanding terbalik dengan kuadrat margin of...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 (MLE) memilih nilai parameter yang memaksimalkan fungsi (log-)likelihood data; untuk distribusi Normal, MLE bagi μ id...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landasan teoretis dari materi utama pada bab ini!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kelebihan dan keterbatasan pendekatan statistik yang dipelajari?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asumsi metodologi ini rentan mengalami pelanggaran?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tiga sifat estimator yang baik (unbiased, efficient, consistent), dan jelaskan mengapa varians sampel dibagi (n−1), bukan 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mean sampel lebih efisien dibandingkan median sampel sebagai estimator pusat pada populasi yang berdistribusi Normal.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kapan CI untuk rata-rata sebaiknya menggunakan nilai kritis distribusi Z, dan kapan menggunakan distribusi 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7.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6.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Navarro, D. (2015). Learning Statistics with R: A Tutorial for Psychology Students and Other Beginners (v0.6). UNSW Press — Bab 10 (Estimating Unknown Quantities from a Samp...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— UJI HIPOTESIS SATU DAN DUA SAMPEL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ESTIMASI PARAMETER DAN INTERVAL KEPERCAYAAN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7: ESTIMASI PARAMETER DAN INTERVAL KEPERCAYAAN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