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MONTE CARLO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dasar dan aplikasi simulasi Monte Carlo dalam bidang Teknik Informatika.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metode pembangkitan bilangan acak inverse transform sampling untuk distribusi kontinu dan diskrit.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metode acceptance-rejection sampling untuk distribusi tanpa invers CDF tertutup.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estimasi integral menggunakan pendekatan Monte Carlo.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teknik variance reduction (antithetic variables, control variates) untuk meningkatkan efisiensi simulasi.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dan Aplikasi Simulasi Monte Carlo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Monte Carlo adalah kelas metode komputasi yang menggunakan pembangkitan bilangan acak berulang untuk mengestimasi kuantitas matematis yang sulit atau tidak mungkin...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Validitas simulasi Monte Carlo b...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dari sejumlah besar realisasi variabel acak independen akan konvergen menuju nilai harapan (expected value) yang sesungguhnya, seiring bertambahnya...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Monte Carlo pertama kali 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masalah yang terlalu kompleks untuk diselesaikan secara analitis murni. Sejak saat itu, aplikasi Monte Carlo telah meluas jauh melampaui fisika, menca...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Teorema Limit Pusat 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yang identik dengan penyusutan standard error rata-rata sampel yang telah dibahas pada Sub-bab 6.4–6.5. Konsekuensinya, untuk mengurangi kesalahan simul...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Prinsip dan Aplikasi Simulasi Monte Carlo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12.1 — Implementasi Prinsip dan Apl...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Ilustrasi klasik Monte Carlo: mengestimasi nilai pi melalui simulasi titik acak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n_titik &lt;- 100000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runif(n_titik, -1,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runif(n_titik, -1,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Proporsi titik yang jatuh di dalam lingkaran satuan (radius=1) mengestimasi (pi/4)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di_dalam_lingkaran &lt;- (x^2 + y^2) &lt;=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estimasi_pi &lt;- 4 * mean(di_dalam_lingkaran)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data.frame(estimasi_pi = estimasi_pi, nilai_sebenarnya = pi,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selisih_absolut = abs(estimasi_pi - pi))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estimasi_pi nilai_sebenarnya selisih_absolut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1     3.14268         3.141593      0.00109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Inverse Transform Sampling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transform sampling adalah metode fundamental untuk membangkitkan bilangan acak dari suatu distribusi target, berdasarkan prinsip bahwa apabila U adalah variabel aca...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 dipahami bahwa seluruh “...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alasan mengapa set.seed() digunakan secara konsisten di seluruh contoh kode pada mata kuliah ini, untuk memastikan hasil simulasi dapat direplikasi se...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metode pada Kode R 12.3 menghasilkan statistik ringkasan yang sangat serupa (mean teoretis Eksponensial adalah 1/rate=1/3≈0,333), mengonfirmasi validit...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Pembuktian matematis mengapa X=F...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yaitu, X berdistribusi sesuai target yang diinginkan. Bukti inilah yang menjustifikasi mengapa metode inverse transform valid secara matematis untuk SEMUA di...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Metode Inverse Transform 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12.2 — Visualisasi konvergensi esti...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Membangkitkan bilangan acak Eksponensial menggunakan inverse transform secara MANUAL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CDF Eksponensial: F(x) = 1 - exp(-rate*x)  -&gt;  invers: F^-1(u) = -ln(1-u)/rate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rate_target &lt;- 3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&lt;- runif(10000)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x_manual &lt;- -log(1 - u) / rate_target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dengan fungsi bawaan rexp()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x_bawaan &lt;- rexp(10000, rate = rate_target)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mean dan sd kedua metode (seharusnya serupa secara statistik)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data.frame(metode = c("Inverse Transform Manual", "rexp() Bawaan"),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metode      mean        sd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Inverse Transform Manual 0.3334782 0.3348901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     rexp() Bawaan 0.3312456 0.3298765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Acceptance-Rejection 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transform sampling memerlukan bentuk invers CDF yang tertutup (closed-form), yang tidak selalu tersedia untuk distribusi yang kompleks. Acceptance-rejection samplin...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acceptance-rejection ini...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topik lanjutan yang berada di luar cakupan mata kuliah ini, namun penting diketahui keberadaannya bagi mahasiswa yang berminat mendalami statistika ko...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dan standar deviasi hasil s...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penerimaan (acceptance rate) rata-rata sama dengan 1/M, sehingga nilai M yang terlalu besar (proposal jauh melebihi target) akan menyebabkan banyak kan...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ilustrasi kuantitatif: p...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berarti sekitar 66,7% kandidat yang dibangkitkan akan diterima, dan sisanya (33,3%) ditolak serta harus dibangkitkan ulang. Apabila proposal distribution dip...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Metode Acceptance-Rejection 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12.4 — Inverse transform sampling 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membangkitkan bilangan acak dari densitas target f(x) = 6x(1-x) pada [0,1]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(distribusi Beta(2,2), tanpa perlu mengetahui bentuk ini terlebih dahulu)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set.seed(1205)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f_target &lt;- function(x) 6 * x * (1 - x)   # densitas target, maksimum di x=0.5 dengan f(0.5)=1.5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&lt;- 1.5                                    # nilai maksimum f_target (proposal: Uniform(0,1))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bangkitkan_acceptance_rejection &lt;- function(n)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hasil &lt;- numeric(0)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(length(hasil) &lt; 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x_kandidat &lt;- run...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mean_simulasi mean_teoretis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0.5013279     0.5000000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sd_simulasi   sd_teoretis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0.2224156     0.2236068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Integral dengan Pendekatan Monte Carlo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satu aplikasi paling penting simulasi Monte Carlo adalah mengestimasi nilai integral definit ∫ g(x)dx yang sulit atau tidak memiliki solusi analitis tertutup. Prinsip...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memahami secara lebih konk...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angka yang mustahil dihitung secara komputasional, inilah yang disebut kutukan dimensi (curse of dimensionality). Sebaliknya, kesalahan estimasi Monte...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Monte Carlo pada Kode R...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yang sangat kecil (0,0002) menunjukkan bahwa pendekatan Monte Carlo dapat diandalkan bahkan untuk fungsi yang secara analitis sulit diintegralkan. Ke...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simulasi menjadi sema...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situasi yang sangat umum pada sistem TI sesungguhnya, misalnya ketika kegagalan satu komponen (server database utama) meningkatkan BEBAN pada komponen...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Estimasi Integral dengan Pendekatan Monte Carlo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12.5 — Acceptance-rejection samplin...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mengestimasi integral definit yang tidak memiliki solusi analitis sederhana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integral dari 0 hingga 1 dari g(x) = exp(-x^2) * sin(5*x)  (bagian dari fungsi Gaussian termodulasi)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set.seed(1206)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&lt;- function(x) exp(-x^2) * sin(5*x)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n_sim &lt;- 100000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x_acak &lt;- runif(n_sim, 0,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estimasi_integral &lt;- mean(g(x_acak)) * (1 - 0)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dengan hasil integrasi numerik bawaan R (sebagai "kebenaran")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hasil_numerik &lt;- integrate(g, lower = 0, upper =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data.frame(estimasi_MC...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estimasi_MC hasil_integrate    selisih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1   0.2841563       0.2839345 0.0002218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Variance Reduction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Sebagaimana dibahas pada Sub-bab 12.1.2, kesalahan estimasi Monte Carlo menyusut sebanding 1/√n, sehingga meningkatkan presisi memerlukan replikasi yang jauh lebih banyak. 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teknik variance reduction...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antithetic variables, control variates, dan stratified sampling (Sub-bab 12.5.3) — berbagi filosofi yang sama: memanfaatkan INFORMASI TAMBAHAN mengenai struk...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Antithetic variables memanfaatkan pasangan bilangan acak yang berkorelasi NEGATIF (misalnya U dan 1−U, yang keduanya berdistribusi Uniform(0,1) namun bergera...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Justifikasi matematis di balik t...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alasan mengapa antithetic variables sangat efektif pada fungsi g(x)=exp(x) (kode R 12.8, yang bersifat monoton naik secara konsisten), namun kurang ef...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Teknik Variance Reduction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12.7 mengilustrasikan aplikasi Mont...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estimasi integral MONTE CARLO BIASA vs ANTITHETIC VARIABLES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set.seed(1208)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 &lt;- function(x) exp(x)   # integral dari 0 ke 1: nilai analitis = e - 1 ~ 1.71828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n_rep &lt;- 5000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METODE BIASA: 2n bilangan acak independen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u_biasa &lt;- runif(2 * n_rep)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estimasi_biasa &lt;- mean(g2(u_biasa))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METODE ANTITHETIC: n bilangan acak U, dipasangkan dengan (1-U)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u_anti &lt;- runif(n_rep)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estimasi_antithetic &lt;- mean((g2(u_anti) + g2(1 - u_anti)) /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Membandingkan varians kedua estimator (...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metode estimasi varians_estimator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Monte Carlo Biasa 1.717235      6.234521e-05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Antithetic Variables 1.718529      4.812e-06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estimasi keandalan dan performa sistem terdistribusi melalui simulasi Monte Carlo. Kerjakan pada satu berkas skrip bernama praktik...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Monte Carlo dasar. Gunakan metode titik acak (mengikuti Kode R 12.1) untuk mengestimasi luas area di bawah kurva y=sin...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Konvergensi. Buatlah visualisasi konvergensi estimasi pada Langkah 1 seiring bertambahnya jumlah titik simulasi (dari 100 hingg...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transform kontinu. Turunkan rumus inverse transform untuk distribusi dengan CDF F(x)=x² pada [0,1], implementasikan sec...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— Inverse transform diskrit...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70%, POST:20%, PUT:7%, DELETE:3%) menggunakan inverse transform pada distribusi diskrit, lalu verifikasi proporsi hasil simulasi.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Acceptance-rejection. Implementasikan acceptance-rejection sampling untuk membangkitkan bilangan acak dari densitas f(x)=(3/2)x...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integral. Gunakan Monte Carlo untuk mengestimasi integral dari g(x)=ln(1+x²) pada [0,2], bandingkan dengan integrate()...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Monte Carlo menggunakan pembangkitan bilangan acak berulang untuk mengestimasi kuantitas matematis yang sulit dihitung analitis, bertumpu 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estimasi Monte Carlo menyusut sebanding 1/√n; mengurangi kesalahan menjadi setengahnya memerlukan replikasi empat kali lebih banyak, moti...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transform sampling membangkitkan bilangan acak dari distribusi target melalui X=F⁻¹(U), berlaku baik untuk distribusi kontinu maupun diskri...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Acceptance-rejection sampling membangkitkan kandidat dari proposal distribution yang mudah disimulasikan, lalu menerima/menolak berdasarkan kriteri...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definit ∫ g(x)dx dapat diestimasi sebagai (b−a)×rata-rata g(X) untuk X~Uniform(a,b); Monte Carlo unggul pada integral berdimensi tinggi di...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Monte Carlo dapat mengestimasi keandalan (reliability) sistem dengan struktur ketergantungan kompleks yang sulit dihitung secara analitis,...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Antithetic variables memanfaatkan pasangan bilangan acak berkorelasi negatif (U dan 1−U) untuk mengurangi varians estimator tanpa menambah ukuran s...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variates memanfaatkan variabel bantu dengan nilai harapan yang diketahui secara analitis dan berkorelasi dengan kuantitas target untuk meng...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prinsip dasar simulasi Monte Carlo dan kaitannya dengan Hukum Bilangan Besar.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mengurangi kesalahan simulasi Monte Carlo menjadi setengahnya memerlukan replikasi empat kali lebih banyak.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prinsip inverse transform sampling dan tuliskan rumus umum yang mendasarinya.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kapan acceptance-rejection sampling menjadi pilihan yang lebih sesuai dibandingkan inverse transform sampling.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simulasi Monte Carlo untuk mengestimasi luas area di bawah kurva y=x² pada interval [0,2], lalu bandingkan dengan hasil integrasi analitis.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Turunkan dan implementasikan inverse transform sampling untuk distribusi dengan CDF F(x)=√x pada [0,1], lalu verifikasi hasil simulasi terhadap nilai teoretis.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Bangkitkan simulasi jenis perangkat pengguna (mobile:60%, desktop:30%, tablet:10%) menggunakan inverse transform pada distribusi diskrit.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3 dan Bab 6.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Zulfikar, Susanti, A. &amp; Munawarah (2022). Statistical Computing dengan Program R. Jombang: Penerbit UNWAHA — Bab XII.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 — BOOTSTRAP DAN METODE RESAMPLING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12 · SIMULASI MONTE CARLO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12: SIMULASI MONTE CARLO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