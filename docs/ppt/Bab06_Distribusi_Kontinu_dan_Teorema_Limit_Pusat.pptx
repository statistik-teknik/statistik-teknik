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KONTINU DAN TEOREMA LIMIT PUSAT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karakteristik distribusi Normal dan melakukan standardisasi data melalui z-score.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karakteristik dan kegunaan distribusi t, Chi-Square, dan F dalam inferensi statistik.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karakteristik distribusi Eksponensial serta kaitannya dengan proses Poisson.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Membuktikan secara empiris Teorema Limit Pusat (Central Limit Theorem) melalui simulasi di 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uji normalitas suatu data menggunakan Q-Q plot dan uji Shapiro-Wilk.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 dan Standardisasi (Z-Score)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 (Gaussian) adalah distribusi probabilitas kontinu yang paling penting dalam statistika, karena banyak fenomena alam maupun buatan manusia — termasuk berba...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(z-score) mengubah suatu nilai observasi x pada distribusi Normal apa pun menjadi skala baku dengan rata-rata 0 dan standar deviasi 1, melalui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z-score sebesar 3,33 pada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berada lebih dari 3 standar deviasi di atas rata-rata, konsisten dengan aturan 68-95-99,7 yang menyatakan hanya sekitar 0,3% data berada di luar rentang ±3σ....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Distribusi Normal dan Standardisasi (Z-Score)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6.1 — Implementasi Distribusi Norma...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pemrosesan batch job (menit), rata-rata historis 45 menit, sd = 6 menit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   &lt;- 45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 &lt;- 6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satu batch job selesai dalam kurang dari 40 menit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pnorm(40, mean = mu, sd = sigma)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batch job selesai antara 42 dan 50 menit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pnorm(50, mean = mu, sd = sigma) - pnorm(42, mean = mu, sd = sigma)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Standardisasi: seberapa "ekstrem" job yang selesai dalam 65 menit?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z_score &lt;- (65 - mu) / sigma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Kuantil ke-95: batas waktu yang hanya dilampaui oleh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0.2023284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0.4436414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3.333333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54.87152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t, Chi-Square, dan 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Selain distribusi Normal, tiga distribusi kontinu turunannya memegang peranan penting dalam inferensi statistik yang akan dibahas mulai Bab 7: distribusi t, Chi-Square (χ²)...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 (Student's 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menyerupai distribusi Normal namun memiliki ekor lebih tebal, digunakan ketika standar deviasi populasi tidak diketahui dan diestimasi dari sampel berukuran 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Chi-Square (χ²)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dari jumlah kuadrat variabel acak Normal baku, selalu bernilai non-negatif dan menceng ke kanan. Digunakan untuk menguji varians populasi serta uj...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dari rasio dua variabel Chi-Square yang telah dinormalisasi terhadap derajat bebasnya masing-masing, digunakan untuk membandingkan dua varians ser...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Distribusi t, Chi-Square, dan 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6.1 — Perhitungan probabilitas dan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bentuk distribusi t dengan distribusi Normal baku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seq(-4, 4, length.out = 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df_t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rep(x, 3),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densitas = c(dnorm(x), dt(x, df = 2), dt(x, df = 20)),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distribusi = rep(c("Normal baku", "t (df=2)", "t (df=20)"), each = 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ggplot(df_t, aes(x = x, y = densitas, color = distribusi))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geom_line(linewidth = 1)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"Perbandingan Distribusi t dan Normal Baku",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x = "x", y = "Densitas", color = "Distribusi")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2.13145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18.30704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3.098391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Eksponensial dan Kaitannya dengan Proses Poisson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Eksponensial memodelkan waktu tunggu (waktu antar-kejadian) dalam suatu proses Poisson — yakni proses di mana kejadian terjadi secara independen dengan laju rata...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Eksponensial memiliki...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menunggu tambahan waktu t tidak bergantung pada berapa lama waktu telah berlalu sebelumnya. Sifat ini sangat relevan untuk memodelkan waktu antar-ked...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Kesetaraan hasil bersyarat dan t...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bahwa server telah menunggu 0,3 detik tanpa ada permintaan baru tidak mengubah sedikit pun peluang menunggu 0,5 detik tambahan. Sifat ini membedakan di...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Distribusi Eksponensial dan Kaitannya dengan Proses Poisson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6.2 — Perbandingan visual distribus...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server menerima rata-rata 5 permintaan per detik (Poisson, lambda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maka waktu antar-kedatangan permintaan ~ Eksponensial(rate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rate_lambda &lt;- 5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Peluang waktu tunggu permintaan berikutnya KURANG DARI 0.1 detik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pexp(0.1, rate = rate_lambda)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Rata-rata waktu tunggu antar-permintaan (E[X] = 1/rate)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rate_lambda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MEMORYLESS PROPERTY: peluang menunggu &gt; 0.5 detik TAMBAHAN,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dengan syarat sudah menunggu 0.3 detik, sama dengan peluang menunggu &gt; 0.5 detik dari 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0.3934693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bersyarat tanpa_syarat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0.082085     0.082085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Limit Pusat (Central Limit Theorem)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Limit Pusat (Central Limit Theorem, CLT) adalah salah satu hasil paling penting dalam statistika: teorema ini menyatakan bahwa distribusi sampling dari rata-rata sa...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 &amp; Relevansi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metode yang diterapkan pada sistem komputasi dan analisis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di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efisien dan fungsi terintegrasi untuk kalkulasi statistik.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makna parameter dan pengambilan keputusan berbasis data.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Teorema Limit Pusat (Central Limit Theorem)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6.3 — Distribusi Eksponensial untuk...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populasi waktu respons API yang SANGAT right-skewed (mirip Bab 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set.seed(601)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populasi_waktu_respons &lt;- rexp(100000, rate = 1/200)   # distribusi Eksponensial, mean = 200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hist(populasi_waktu_respons, breaks = 50, col = "salmon",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main = "Distribusi Populasi Asal (Sangat Menceng)",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xlab = "Waktu Respons (ms)")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Simulasi CLT: mengambil 5000 sampel acak berukuran n=30, hitung rata-ratanya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n_sampel      &lt;- 30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jumlah_sampel &lt;- 5000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rata_rata_sampel &lt;- replicate(ju...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200.4108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36.42881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36.51246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Distribusi Sampling dengan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ini memperluas simulasi pada Sub-bab 6.4 dengan memeriksa bagaimana ukuran sampel (n) memengaruhi bentuk dan sebaran distribusi sampling rata-rata — sebuah pemahama...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pada Kode R 6.5 menegaskan...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mengilustrasikan bahwa “n besar” yang disyaratkan CLT bersifat relatif terhadap seberapa menceng distribusi populasi asal.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Simulasi Distribusi Sampling dengan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6.4 menghasilkan bukti empiris yang...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set.seed(602)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populasi &lt;- rexp(100000, rate = 1/200)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Simulasi distribusi sampling rata-rata untuk beberapa ukuran sampel berbeda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ukuran_sampel &lt;- c(5, 15, 30, 100)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hasil_simulasi &lt;- lapply(ukuran_sampel, function(n)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data.frame(n = n, rata_rata = replicate(3000, mean(sample(populasi, n))))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%&gt;% bind_rows()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Merangkum standard error empiris untuk setiap ukuran sampel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hasil_simulasi %&gt;%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group_by(n) %&gt;%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summarise(se_empiris = round(sd(rata_rata),...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tibble: 4 x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 se_empiris se_teoretis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&lt;dbl&gt;      &lt;dbl&gt;       &lt;dbl&gt;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1     5      89.63       89.44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2    15      51.72       51.64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3    30      36.58       36.51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4   100      19.96       20.00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Normalitas: Q-Q Plot dan Uji Formal (Shapiro-Wilk)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metode statistika inferensial (uji-t, ANOVA, regresi linear) mengasumsikan data atau residual berdistribusi Normal. Dua pendekatan umum digunakan untuk memeriksa asu...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membandingkan kuantil d...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berasal dari distribusi Normal; nilai p-value kecil (&lt; 0,05) mengindikasikan bukti untuk menolak H0 (data cenderung tidak Normal).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pada Kode R 6.6 konsisten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dengan asal data yang memang disimulasikan dari distribusi Normal. Sebaliknya, data_tak_normal menghasilkan p-value yang sangat kecil (1,522 × 10⁻⁵...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6.6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 Normalitas: Q-Q Plot dan Uji Formal (Shapiro-Wilk)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6.5 — Pengaruh ukuran sampel terhad...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membandingkan normalitas dua kelompok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set.seed(603)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data_normal    &lt;- rnorm(50, mean = 100, sd = 15)      # dari distribusi Normal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data_tak_normal&lt;- rexp(50, rate = 1/50)               # dari distribusi Eksponensial (skewed)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Q-Q PLOT: inspeksi visual normalitas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 = c(1, 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qqnorm(data_normal, main = "Q-Q Plot: Data Normal")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qqline(data_normal, col = "red", lwd =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qqnorm(data_tak_normal, main = "Q-Q Plot: Data Tidak Normal")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qqline(data_tak_normal, col = "r...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Shapiro-Wilk normality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data_normal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0.98198, p-value = 0.6280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Shapiro-Wilk normality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data_tak_normal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0.83811, p-value = 1.522e-05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waktu pemrosesan transaksi pada sebuah sistem pembayaran digital. Kerjakan pada satu berkas skrip bernama praktikum_bab6.R.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Normal. Waktu pemrosesan transaksi berdistribusi Normal dengan rata-rata 3 detik dan standar deviasi 0,5 detik. Hitu...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t, Chi-Square, F. Cari nilai kritis distribusi t untuk taraf signifikansi 0,05 (dua arah) dengan df = 24, nilai krit...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Eksponensial. Jika rata-rata 4 transaksi tiba per detik (Poisson), hitung peluang waktu tunggu hingga transaksi beri...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CLT. Bangkitkan populasi 50.000 nilai dari distribusi Eksponensial (mean sesuai Langkah 3), lalu simulasikan distribus...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normalitas. Bangkitkan dua kelompok data (satu dari rnorm(), satu dari rexp()) masing-masing 40 observasi, lalu lakukan uji...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Refleksi. Tuliskan satu paragraf yang menjelaskan mengapa hasil Langkah 4 (simulasi CLT) relevan sebagai dasar bagi metode esti...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Normal ditentukan oleh parameter μ (rata-rata) dan σ (standar deviasi); standardisasi z-score = (x − μ)/σ mengubah data ke skala baku.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t, Chi-Square, dan F adalah distribusi turunan Normal yang menjadi fondasi uji hipotesis, ANOVA, dan regresi pada bab-bab selanjutnya.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Eksponensial memodelkan waktu antar-kejadian pada proses Poisson dan memiliki sifat memoryless (tanpa memori).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Limit Pusat (CLT) menyatakan bahwa distribusi sampling rata-rata mendekati Normal seiring bertambahnya ukuran sampel, berapa pun bentuk dis...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(SE) dari rata-rata sampel menyusut mengikuti rumus σ/√n; semakin besar n, semakin sempit dan semakin mendekati Normal distribusi sa...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memberikan inspeksi visual normalitas data; uji Shapiro-Wilk memberikan uji hipotesis formal, dengan p-value &lt; 0,05 mengindikasikan penyim...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makna z-score dan bagaimana aturan 68-95-99,7 dapat digunakan untuk menginterpretasikannya.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kegunaan distribusi t dibandingkan distribusi Normal ketika standar deviasi populasi tidak diketahui dan ukuran sampel...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sifat memoryless pada distribusi Eksponensial disertai satu contoh penerapannya di bidang Teknik Informatika.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bunyi Teorema Limit Pusat dan mengapa teorema ini penting sebagai fondasi metode inferensi statistik.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unduh suatu berkas berdistribusi Normal dengan rata-rata 8 detik dan standar deviasi 1,5 detik. Hitung peluang unduhan selesai dalam kurang dari 6 deti...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data pada soal nomor 6, hitung nilai waktu unduh yang hanya dilampaui oleh 10% unduhan tercepat menggunakan qnorm().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nilai kritis distribusi t untuk taraf signifikansi 0,01 (dua arah) dengan df = 18 menggunakan qt().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2 (2.3–2.5).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5.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Seefeld, K. &amp; Linder, E. (2007). Statistics Using R with Biological Examples. University of New Hampshire — Bab 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 — ESTIMASI PARAMETER DAN INTERVAL KEPERCAYAAN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· DISTRIBUSI KONTINU DAN TEOREMA LIMIT PUSAT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6: DISTRIBUSI KONTINU DAN TEOREMA LIMIT PUSAT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