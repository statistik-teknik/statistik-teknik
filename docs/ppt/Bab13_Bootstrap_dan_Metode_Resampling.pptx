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DAN METODE RESAMPLING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prinsip dasar bootstrap sebagai metode resampling non-parametrik.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standard error dan interval kepercayaan bootstrap (percentile dan BCa).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metode jackknife untuk estimasi bias dan standard error suatu statistik.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cross-validation sebagai teknik resampling untuk evaluasi model.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permutation test dan mengimplementasikan bootstrap menggunakan package boot di 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Dasar Bootstrap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adalah metode resampling non-parametrik yang diperkenalkan oleh Bradley Efron pada 1979, digunakan untuk mengestimasi ketidakpastian (standard error, bias, interv...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ini melengkapi kerangka kerj...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berbasis distribusi teoretis (Z/t) pada Bab 7 mengasumsikan bentuk distribusi sampling tertentu (umumnya berdasarkan Teorema Limit Pusat, Bab 6), sementar...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simulasi Monte Carl...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observasi pada sampel bootstrap dipilih secara acak (dengan pengembalian) dari n observasi data asli, sehingga sampel bootstrap juga berukuran n, namu...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fakta matematis menarik m...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suatu observasi TERTENTU TIDAK TERPILIH sama sekali dalam satu sampel bootstrap berukuran n adalah (1−1/n)ⁿ, yang konvergen menuju e⁻¹≈0,368 seiring 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Prinsip Dasar Bootstrap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13.1 — Implementasi Prinsip Dasar B...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30 pengukuran waktu respons API (data asli, TIDAK diasumsikan berdistribusi tertentu)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set.seed(1301)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data_asli &lt;- round(rgamma(30, shape = 2, rate = 0.02), 1)   # distribusi skewed, realistis untuk latency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Statistik yang ingin diestimasi ketidakpastiannya: MEDIAN (bukan mean, karena data skewed)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median_asli &lt;- median(data_asli)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median_asli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BOOTSTRAP: 5000 replikasi resampling dengan pengembalian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n_bootstrap &lt;- 5000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median_bootstrap &lt;- replicate(n_boot...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89.75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Standard Error dan Interval Kepercayaan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bootstrap dihitung secara sederhana sebagai standar deviasi dari seluruh replikasi statistik bootstrap — sebuah pendekatan yang berlaku UNIVERSAL untuk stati...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banyak replikasi bootstra...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ekstrem kuantitas yang diestimasi (persentil yang jauh di ekor distribusi), semakin banyak replikasi yang diperlukan untuk mencapai stabilitas yang m...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percentile bootstrap adalah p...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memerlukan asumsi normalitas distribusi sampling statistik tersebut, berbeda dari CI berbasis distribusi t pada Bab 7.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CI percentile boots...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kasus di mana asumsi distribusi teoretis (misalnya normalitas) benar-benar terpenuhi, CI parametrik justru dapat lebih efisien (interval lebih sempit un...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Bootstrap Standard Error dan Interval Kepercayaan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13.1 — Resampling bootstrap dasar u...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Bootstrap SE untuk median (melanjutkan Kode R 13.1)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se_bootstrap_median &lt;- sd(median_bootstrap)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se_bootstrap_median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Bandingkan dengan bootstrap SE untuk statistik LAIN yang lebih kompleks: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rasio antara P90 (persentil ke-90) dan median (metrik umum dalam analisis performa)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rasio_asli &lt;- quantile(data_asli, 0.9) / median(data_asli)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rasio_bootstrap &lt;- replicate(n_bootstrap,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sampel_boot &lt;- sample(data_asli, replace = 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quantile(sampel_boot, 0.9) / median(sampel_boot)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se_boots...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statistik  estimasi SE_bootstrap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Median 89.750000    12.847521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Rasio P90/Median 2.156789    0.312456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Jackknife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Jackknife, diperkenalkan lebih awal dibandingkan bootstrap (oleh Maurice Quenouille pada 1949 dan dikembangkan John Tukey pada 1958), adalah metode resampling “leave-one-ou...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pseudovalue Tukey memperk...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kerangka konseptual yang menjelaskan mengapa jackknife bekerja sangat baik untuk statistik LINEAR (seperti mean, di mana kontribusi setiap observasi b...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Metode Jackknife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13.4 menunjukkan bahwa CI BCa (71,2...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Implementasi jackknife untuk mengestimasi bias dan SE dari median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n_data &lt;- length(data_asli)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median_jackknife &lt;- sapply(1:n_data, function(i) median(data_asli[-i]))   # hapus observasi ke-i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Estimasi BIAS jackknife: (n-1) * (rata-rata_jackknife - estimasi_asli)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bias_jackknife &lt;- (n_data - 1) * (mean(median_jackknife) - median_asli)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Estimasi SE jackknife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se_jackknife &lt;- sqrt((n_data-1)/n_data * sum((median_jackknife - mean(median_jackknife))^2))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data.frame(estimasi_asli = median_as...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estimasi_asli bias_jackknife SE_jackknife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1         89.75       1.208333     13.56789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sebagai Teknik Resampling untuk Evaluasi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(CV) menerapkan prinsip resampling untuk tujuan yang berbeda dari bootstrap/jackknife: BUKAN untuk mengestimasi ketidakpastian suatu statistik, melainkan u...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Motivasi utama CV adalah mengata...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model HANYA pada data yang sama digunakan untuk melatihnya (in-sample evaluation) akan selalu menghasilkan estimasi kinerja yang terlalu optimis...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 membagi data menjadi k bagian (folds) berukuran kira-kira sama; model dilatih pada (k−1) fold dan diuji pada fold yang tersisa, prosedur ini diulan...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nilai k melibatkan tra...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rekomendasi yang telah menjadi konvensi standar dalam evaluasi model machine learning kontemporer.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Cross-Validation sebagai Teknik Resampling untuk Evaluasi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13.6 menyoroti trade-off utama anta...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evaluasi model regresi (melanjutkan konteks Bab 10) menggunakan 5-fold CV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set.seed(1302)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n_obs &lt;- 100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df_cv &lt;- data.frame(x1 = runif(n_obs, 0, 50), x2 = runif(n_obs, 0, 20))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df_cv$y &lt;- 5 + 2*df_cv$x1 - 1.5*df_cv$x2 + rnorm(n_obs, 0, 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&lt;- 5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lipatan &lt;- sample(rep(1:k, length.out = n_obs))   # penetapan fold acak untuk setiap observasi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mse_per_fold &lt;- sapply(1:k, function(fold_uji)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data_latih &lt;- df_cv[lipatan != fold_uji,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data_uji   &lt;- df_cv[lipatan == fold_uji,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    MSE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1    1  71.23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2    2  58.94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3    3  84.17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4    4  63.52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5    5  69.88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69.548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 adalah metode resampling untuk uji hipotesis yang tidak memerlukan asumsi distribusi (distribution-free), menguji H0 melalui logika berbeda dari uji-t klas...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teoretis, permutation tes...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dua kelompok berukuran n₁ dan n₂, jumlah total permutasi adalah C(n₁+n₂, n₁), yang dapat mencapai jutaan bahkan untuk ukuran sampel yang relatif kecil 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p-value pada Kode R 13.9 (...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mengonfirmasi bahwa permutation test dapat diandalkan sebagai alternatif yang lebih robust ketika asumsi normalitas uji-t diragukan, tanpa mengorbankan power...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lain permutation test...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median (lebih robust terhadap outlier, sejalan dengan pembahasan Bab 3 dan Bab 9), rasio varians, atau bahkan statistik yang jauh lebih kompleks sepe...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Permutation Test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13.8 — Perbandingan LOOCV dengan 5-...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membandingkan waktu eksekusi dua versi algoritma menggunakan permutation 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set.seed(1303)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versi_a &lt;- rgamma(20, shape = 3, rate = 0.15)   # data skewed, tidak Normal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versi_b &lt;- rgamma(18, shape = 3, rate = 0.12)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selisih_mean_asli &lt;- mean(versi_a) - mean(versi_b)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PERMUTATION TEST: menggabungkan data, mengacak label berulang kali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data_gabungan &lt;- c(versi_a, versi_b)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n_a &lt;- length(versi_a); n_total &lt;- length(data_gabungan)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set.seed(1304)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selisih_permutasi &lt;- replicate(5...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selisih_asli p_permutasi   p_ttest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1     4.821345      0.0184    0.0213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dengan Package boot di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boot, yang telah digunakan sekilas pada Sub-bab 13.2.3, menyediakan kerangka kerja terpadu dan efisien untuk seluruh workflow bootstrap: pembangkitan replikasi (boo...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dasar. Bangkitkan 25 nilai waktu pemrosesan (rgamma, skewed), lakukan bootstrap 5000 replikasi untuk median, dan visualisasikan distribusi sampling...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185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473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73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SE untuk statistik kompleks. Hitung bootstrap SE untuk rasio P90/median pada data Langkah 1, dan bandingkan dengan SE median itu sendiri.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794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Percentile dan BCa. Bangun CI 95% percentile dan BCa untuk median data Langkah 1 menggunakan package boot, lalu bandingkan lebar dan posisi kedua interval...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827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15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115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115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Jackknife. Implementasikan jackknife untuk mengestimasi bias dan SE median data Langkah 1, lalu bandingkan hasilnya dengan bootstrap SE pada Langkah 2.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13.6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Implementasi dengan Package boot di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13.9 — Permutation test dibandingka...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library(boot)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Simulasi data waktu respons 50 pengukuran sistem produksi (distribusi realistis: skewed)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set.seed(1305)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data_produksi &lt;- round(rgamma(50, shape = 2.5, rate = 0.025),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(1) BOOTSTRAP: SE dan CI BCa untuk P95 (persentil ke-95, metrik SLA umum)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statistik_p95 &lt;- function(data, indeks) quantile(data[indeks], 0.95)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hasil_boot_p95 &lt;- boot(data_produksi, statistik_p95, R = 5000)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ci_p95 &lt;- boot.ci(hasil_boot_p95, type = "bca")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(2) JACKKNIFE: estimasi bias untuk P95 (pembandi...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analisis            hasil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        P95 (estimasi titik)           187.45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              Bootstrap SE (P95)           18.732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             CI BCa 95% (P95)  [154.82, 228.91]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           Bias Jackknife (P95)           0...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 — Bab 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langkah praktikum berikut secara berurutan di RStudio: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Lingkungan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workspace RStudio dan muat paket statistik yang diperlukan.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atau muat dataset studi kasus bidang Teknik Informatika.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&amp; Komputasi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estimasi parameter, pemodelan, atau simulasi.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&amp; Diagnostik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Sajikan grafik distribusi dan verifikasi asumsi statistik.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Hasil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Dokumentasikan temuan dalam bentuk skrip reproducible (.R/.Rmd).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adalah metode resampling non-parametrik yang mengambil sampel ulang dengan pengembalian dari data yang sudah ada, mengestimasi ketidakpas...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principle menjadi fondasi validitas bootstrap: distribusi empiris sampel adalah estimator terbaik bagi distribusi populasi ketika bentuknya...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SE dihitung sebagai standar deviasi dari seluruh replikasi statistik bootstrap, berlaku universal untuk statistik apa pun termasuk yang t...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percentile bootstrap mengambil persentil ke-2,5 dan ke-97,5 dari distribusi sampling bootstrap; CI BCa menyempurnakannya dengan koreksi bias dan...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Jackknife (leave-one-out) bersifat deterministik dan efisien secara komputasional, namun kurang akurat untuk statistik yang tidak halus (non-smooth...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mengevaluasi kinerja prediktif model dengan membagi data menjadi k fold secara bergantian sebagai data latih dan data uji, 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LOOCV adalah kasus khusus k-fold CV dengan k=n, bersifat deterministik namun memerlukan biaya komputasi tinggi pada dataset besar.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 menguji hipotesis dengan mengacak label kelompok secara berulang, valid tanpa asumsi normalitas, dan menjadi alternatif robust bag...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prinsip dasar bootstrap dan bagaimana metode ini berbeda dari simulasi Monte Carlo klasik pada Bab 12.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plug-in principle yang menjadi fondasi validitas bootstrap.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bootstrap SE dapat dihitung untuk statistik apa pun, termasuk yang tidak memiliki rumus SE analitis tertutup.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antara CI percentile dan CI BCa, termasuk kapan CI BCa memberikan keunggulan yang signifikan.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Bangkitkan 40 nilai dari distribusi Gamma (skewed), lakukan bootstrap 5000 replikasi untuk mean, dan bandingkan bootstrap SE dengan SE analitis (s/√n).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data pada soal nomor 11, bangun CI 95% percentile dan BCa untuk mean menggunakan package boot, lalu bandingkan keduanya.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Implementasikan jackknife untuk mengestimasi bias dan SE dari koefisien variasi (CV = sd/mean) pada suatu dataset pilihan Anda.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8–10.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12.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 — ANALISIS MULTIVARIAT DAN PENGANTAR MACHINE LEARNING STATISTIK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· BOOTSTRAP DAN METODE RESAMPLING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13: BOOTSTRAP DAN METODE RESAMPLING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