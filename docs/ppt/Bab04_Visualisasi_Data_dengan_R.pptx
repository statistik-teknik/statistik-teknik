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DENGAN 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prinsip-prinsip visualisasi data yang efektif dan menghindari penyajian yang menyesatkan.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visualisasi dasar (histogram, boxplot, scatter plot, bar chart) menggunakan base R graphics.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grafik berlapis menggunakan arsitektur Grammar of Graphics pada package ggplot2.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layer, facet, dan theme untuk menyempurnakan dan menyesuaikan tampilan visualisasi.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visualisasi multivariat (pairs plot, heatmap korelasi) untuk mengeksplorasi hubungan antar-variabel.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Visualisasi Data yang Baik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yang baik mengomunikasikan informasi secara akurat, jelas, dan efisien — bukan sekadar mempercantik tampilan. Sebelum membahas implementasi teknis di R, pe...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Kesesuaian jenis grafik dengan j...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kategorikal umumnya divisualisasikan dengan bar chart, data numerik tunggal dengan histogram atau boxplot, dan hubungan dua variabel numerik dengan scat...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Menghindari chartjunk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dekoratif berlebihan (efek 3D yang tidak perlu, gradasi warna berlebihan, terlalu banyak grid) yang tidak menambah informasi justru mengalihkan perhat...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Sumbu yang jujur: memotong sumbu...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praktik yang harus dihindari dalam pelaporan ilmiah maupun teknis.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 warna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palet warna yang tetap dapat dibedakan oleh pembaca dengan buta warna (color-blind friendly), misalnya menggunakan palet viridis pada ggplot2.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 Graphics: Histogram, Boxplot, Scatter Plot, dan Bar Chart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menyertakan sistem grafik bawaan (base R graphics) yang tidak memerlukan package tambahan dan sangat cocok untuk eksplorasi data secara cepat. Meskipun ggplot2 (dibahas p...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penggunaan notasi for...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notasi ini membaca “waktu_respons dijelaskan oleh hari_beban” dan akan banyak dijumpai kembali pada model regresi (Bab 10) maupun ANOVA (Bab 9). Fungsi tappl...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Base R Graphics: Histogram, Boxplot, Scatter Plot, dan Bar Chart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4.2 — Implementasi Base R Graphics:...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metrik kinerja 30 hari sebuah server web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set.seed(401)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cpu_persen   &lt;- pmin(round(rnorm(30, 55, 12), 1), 100)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waktu_respons&lt;- round(rnorm(30, 180, 30),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hari_beban   &lt;- sample(c("Kerja","Akhir Pekan"), 30, replace = TRUE, prob = c(5/7, 2/7))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Histogram: distribusi utilisasi CPU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hist(cpu_persen, breaks = 8, col = "steelblue", border = "white",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main = "Distribusi Utilisasi CPU (30 Hari)",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xlab = "Utilisasi CPU (%)", ylab = "Frekuensi")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Boxplot: waktu respons di...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of Graphics dan Arsitektur ggplot2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ggplot2, bagian dari ekosistem tidyverse, mengimplementasikan filosofi Grammar of Graphics yang dikembangkan oleh Leland Wilkinson: sebuah grafik dibangun secara deklaratif...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dasar setiap pemanggila...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ggplot(data, aes(x, y)) + geom_xxx(). Komponen data menentukan sumber data frame, aes() memetakan kolom ke sumbu x/y (atau warna, ukuran, bentuk), dan geom_x...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bahwa setiap lapisan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konvensi historis ggplot2 yang mendahului munculnya operator pipe di ekosistem tidyverse. Argumen alpha pada geom_point() mengatur tingkat transparans...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Grammar of Graphics dan Arsitektur ggplot2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4.1 — Empat jenis visualisasi dasar...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Menggunakan data server dari Kode R 4.1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df_server30 &lt;- data.frame(cpu_persen, waktu_respons, hari_beban)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geom_histogram(): distribusi utilisasi CPU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ggplot(df_server30, aes(x = cpu_persen))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geom_histogram(binwidth = 10, fill = "steelblue", color = "white")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"Distribusi Utilisasi CPU", x = "Utilisasi CPU (%)", y = "Frekuensi")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geom_point(): hubungan CPU dan waktu respons, diwarnai berdasarkan jenis hari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ggplot(df_server30, aes(x = cpu_persen, y =...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Layer, Facet, dan Theme pada ggplot2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sesungguhnya ggplot2 terletak pada kemampuannya menambahkan lapisan (layer) tambahan secara modular: facet untuk memecah satu grafik menjadi beberapa panel berdasa...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facet_wrap(~ layanan, sca...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 ketika skala latensi antar-layanan berbeda jauh. Fungsi reorder() digunakan untuk mengurutkan kategori pada sumbu berdasarkan nilai median-nya, sehin...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Layer, Facet, dan Theme pada ggplot2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4.2 — Tiga visualisasi dasar dengan...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Menggunakan data microservices dari Bab 3 (Kode R 3.6)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set.seed(302)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df_microservice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layanan     = rep(c("auth","payment","catalog","search","notification"), each = 20),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latensi_ms  = c(round(rnorm(20, 80, 10), 1), round(rnorm(20, 220, 40),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round(rnorm(20, 60, 8), 1), round(rnorm(20, 150, 25),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round(c(rnorm(18, 40, 5), 300, 320), 1))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FACET: satu histogram terpisah untuk setiap layanan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ggplot(df_microservice,...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Multivariat: Pairs Plot dan Heatmap Korelasi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suatu dataset memiliki lebih dari dua variabel numerik, pairs plot (matrix scatter plot) dan heatmap korelasi menjadi alat eksplorasi yang efisien untuk memeriksa hu...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as.table() dan as.data.fr...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aplikasi langsung dari konsep reshaping data yang telah dibahas pada Sub-bab 2.6. Skema warna divergen (scale_fill_gradient2) dipilih secara sengaja a...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Visualisasi Multivariat: Pairs Plot dan Heatmap Korelasi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4.3 — Facet dan theme untuk memband...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empat metrik kinerja dari 25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set.seed(402)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df_metrik_server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cpu_persen    = round(rnorm(25, 55, 15),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memori_persen = round(rnorm(25, 60, 12),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disk_io       = round(rnorm(25, 40, 10),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waktu_respons = round(rnorm(25, 200, 40),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PAIRS PLOT (base R): matrix scatter plot untuk seluruh pasangan variabel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pairs(df_metrik_server, main = "Pairs Plot Metrik Kinerja Server",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pch = 19, col = "steelblue")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HEATMAP KORELASI dengan ggp...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Dashboard Visual Sederhana untuk Data 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penutup ini menunjukkan bagaimana beberapa visualisasi individual dapat digabungkan menjadi satu “dashboard” sederhana menggunakan package patchwork, yang memungkin...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Notasi (p1) / (p2 | p3) pada Kod...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setiap panel secara terpisah sebagai objek ggplot2 lalu menggabungkannya — merupakan praktik yang direkomendasikan karena setiap panel tetap dapat 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4.6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Studi Kasus: Dashboard Visual Sederhana untuk Data 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4.4 — Pairs plot dan heatmap korela...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install.packages("patchwork")  # jalankan sekali jika belum terpasang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library(patchwork)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Panel 1: tren waktu respons (line chart sederhana)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df_server30$hari_ke &lt;- 1:30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&lt;- ggplot(df_server30, aes(x = hari_ke, y = waktu_respons))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geom_line(color = "steelblue") + geom_point(size = 1.5)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"Tren Waktu Respons (30 Hari)", x = "Hari ke-", y = "Waktu (ms)")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theme_minimal(base_size = 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Panel 2: distribusi utilisasi CPU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&lt;- ggplot(df_server30, aes(x = cpu_persen)...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data penggunaan bandwidth harian tiga cabang kantor. Kerjakan pada satu berkas skrip bernama praktikum_bab4.R.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Membangkitkan data. Buat data frame df_bandwidth dengan kolom cabang ("Surabaya", "Malang", "Kediri", masing-masing 20 observas...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dasar dengan base R. Buat histogram distribusi pemakaian_gb keseluruhan dan boxplot pemakaian_gb per cabang menggun...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ke ggplot2. Buat ulang kedua visualisasi pada Langkah 2 menggunakan ggplot2 (geom_histogram() dan geom_boxplot()), lalu...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 dan tren waktu. Buat satu grafik geom_line() yang menunjukkan tren pemakaian_gb terhadap hari_ke, difacet berdasarkan cab...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korelasi. Ubah data ke format wide (satu kolom per cabang, gunakan pivot_wider() dari Bab 2), hitung matrix korelasi an...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dashboard. Gabungkan minimal tiga visualisasi dari langkah-langkah sebelumnya menjadi satu tata letak dashboard menggu...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yang baik mengutamakan kejelasan dan kejujuran penyajian informasi, bukan sekadar elemen dekoratif (chartjunk).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 graphics (hist(), boxplot(), plot(), barplot()) cocok untuk eksplorasi cepat tanpa package tambahan.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mengimplementasikan Grammar of Graphics: grafik dibangun secara berlapis melalui ggplot(data, aes(...)) + geom_xxx().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facet_wrap()/facet_grid() memecah satu grafik menjadi beberapa panel berdasarkan variabel kategorikal; theme() mengatur elemen non-data seperti war...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plot (pairs()) dan heatmap korelasi (geom_tile() atas hasil cor()) adalah alat utama eksplorasi hubungan antar-banyak variabel numerik sekali...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patchwork memungkinkan penggabungan beberapa objek ggplot2 menjadi satu tata letak dashboard menggunakan operator +, /, dan |.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jenis grafik harus disesuaikan dengan tujuan analisis: distribusi, perbandingan kategori, hubungan antar-variabel, atau tren waktu.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tiga prinsip visualisasi data yang baik yang dibahas pada Sub-bab 4.1, disertai contoh pelanggaran prinsip tersebut ya...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struktur dasar Grammar of Graphics pada ggplot2, termasuk peran data, aes(), dan geom_xxx().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fungsi facet_wrap() dan penggunaan warna (aes(color = ...)) sebagai dua cara berbeda untuk menampilkan varia...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heatmap korelasi memerlukan data dalam format long, bukan format wide? Jelaskan kaitannya dengan materi reshaping data 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Buatlah histogram distribusi suatu variabel numerik pilihan Anda menggunakan base R graphics, lengkap dengan judul dan label sumbu.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Buatlah ulang visualisasi pada soal nomor 6 menggunakan ggplot2 dan geom_histogram(), lalu tambahkan tema theme_minimal().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data frame dengan kolom kategori dan nilai; buatlah boxplot menggunakan ggplot2 yang dikelompokkan berdasarkan kategori, dengan warna isian (fill) ...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1 (1.10–1.11) dan Bab 5.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4.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Zulfikar, Susanti, A. &amp; Munawarah (2022). Statistical Computing dengan Program R. Jombang: Penerbit UNWAHA — Bab III.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— TEORI PROBABILITAS DAN DISTRIBUSI DISKRIT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VISUALISASI DATA DENGAN 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4: VISUALISASI DATA DENGAN R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