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LOGISTIK DAN MODEL LANJUT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model regresi logistik biner untuk data respons kategorikal menggunakan glm().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Menginterpretasikan odds ratio sebagai ukuran asosiasi pada regresi logistik.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kinerja model klasifikasi menggunakan confusion matrix, sensitivity, specificity, dan kurva ROC/AUC.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prinsip dasar regresi nonparametrik LOESS sebagai alternatif ketika hubungan tidak linear.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prinsip dasar kernel regression sebagai pendekatan nonparametrik lain untuk memodelkan hubungan non-linear.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Logistik Biner: Model dan Fungsi Link Logit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linear (Bab 10) mengasumsikan variabel respons bersifat kontinu, sehingga tidak sesuai digunakan ketika respons bersifat biner (dua kategori, misalnya berhasil/gaga...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 logit inilah yang m...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1/(1+e⁻ᵣʰˢ), dengan rhs adalah kombinasi linear β₀+β₁X₁+…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logistik merupakan salah...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biner (distribusi Binomial, dibahas pada bab ini), data cacahan/count (distribusi Poisson, telah diperkenalkan pada Sub-bab 5.5), atau data proporsi....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ilustrasi keluarga GLM y...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mengikuti sintaks yang hampir identik dengan glm(family=binomial) pada regresi logistik, hanya berbeda pada argumen family dan fungsi link yang digunakan. Ke...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Regresi Logistik Biner: Model dan Fungsi Link Logit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11.1 — Implementasi Regresi Logisti...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Visualisasi fungsi sigmoid (kebalikan logit) untuk berbagai nilai kombinasi linear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&lt;- seq(-6, 6, length.out = 200)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sigmoid &lt;- 1 / (1 + exp(-z))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df_sigmoid &lt;- data.frame(z = z, peluang = sigmoid)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ggplot(df_sigmoid, aes(x = z, y = peluang))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geom_line(color = "steelblue", linewidth = 1.2)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geom_hline(yintercept = 0.5, linetype = "dashed", color = "grey50")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 = "Fungsi Sigmoid (Kebalikan Fungsi Logit)",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x = "Kombinasi Linear (β₀ + β₁X₁ + ...)",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Coefficients: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Estimate Std. Error z value Pr(&gt;|z|)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     -3.021845   0.318765  -9.481  &lt; 2e-16 ***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jumlah_perubahan   0.025687   0.002714   9.464  &lt; 2e-16 ***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Null deviance: 246.15  on 199  degrees of freedom...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11.2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Parameter dan Interpretasi Odds Ratio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regresi logistik (dalam skala logit) sulit diinterpretasikan secara intuitif karena satuannya adalah “log-odds”. Odds ratio (OR), dihitung sebagai e^βⱼ (eksponens...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sebesar 1,026 pada Ko...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temuan yang jauh lebih mudah dikomunikasikan kepada pemangku kepentingan non-teknis dibandingkan koefisien log-odds mentah.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dibedakan secara hati-hati...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nuansa penting yang perlu diingat ketika mengomunikasikan hasil regresi logistik kepada audiens yang mungkin secara implisit menafsirkan odds ratio se...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isu praktis lain yang perlu...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apabila suatu prediktor (atau kombinasi prediktor) dapat memisahkan kedua kelas respons secara SEMPURNA atau hampir sempurna, algoritma estimasi maximum like...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11.2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Estimasi Parameter dan Interpretasi Odds Ratio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11.2 — Model regresi logistik biner...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Menghitung odds ratio dan CI-nya dari model regresi logistik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odds_ratio &lt;- exp(coef(model_logit))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ci_odds_ratio &lt;- exp(confint(model_logit))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koefisien_logit = round(coef(model_logit), 4),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odds_ratio       = round(odds_ratio, 4),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ci_bawah         = round(ci_odds_ratio[, 1], 4),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ci_atas          = round(ci_odds_ratio[, 2], 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koefisien_logit odds_ratio ci_bawah ci_atas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            -3.0218     0.0488   0.0258  0.0885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jumlah_perubahan          0.0257     1.0260   1.0207  1.0316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Model Klasifikasi: Confusion Matrix, Sensitivity, Specificity, dan AUC-ROC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regresi linear yang dievaluasi melalui R², model klasifikasi (termasuk regresi logistik) dievaluasi melalui confusion matrix — tabel yang menyilangkan prediksi...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Istilah True Positive (TP) meruj...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dasarnya, setiap prediksi klasifikasi pada satu observasi dapat dipandang sebagai satu “uji hipotesis” individual (H0: observasi tersebut negatif), sehi...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metrik tambahan yang sering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bertanya “dari seluruh kejadian positif yang sesungguhnya ada, berapa persen berhasil terdeteksi?”, sedangkan precision bertanya “dari seluruh ya...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pada Kode R 11....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apabila hanya 10% deployment yang gagal, model yang SELALU memprediksi “berhasil” akan mencapai akurasi 90% tanpa mendeteksi kegagalan sama sekali, sehingga 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Evaluasi Model Klasifikasi: Confusion Matrix, Sensitivity, Specificity, dan AUC-ROC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11.4 — Regresi logistik dengan dua 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Membangun confusion matrix dari model_logit (Kode R 11.2)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prob_prediksi &lt;- predict(model_logit, type = "response")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kelas_prediksi &lt;- ifelse(prob_prediksi &gt; 0.5, 1, 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confusion_matrix &lt;- table(Aktual = df_logistik$status_gagal, Prediksi = kelas_prediksi)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confusion_matrix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Menghitung metrik evaluasi dari confusion matrix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TN &lt;- confusion_matrix[1,1]; FP &lt;- confusion_matrix[1,2]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&lt;- confusion_matrix[2,1]; TP &lt;- confusion_matrix[2,2]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akurasi     &lt;- (TP + TN) / sum(confusion_matrix)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Prediksi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Aktual    0  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0  108  12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1   18  62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akurasi sensitivity specificity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1   0.850      0.7750       0.900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11.4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Regresi Nonparametrik: LOESS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model regresi yang dibahas sejauh ini (linear pada Bab 10, logistik pada bab ini) bersifat PARAMETRIK: bentuk hubungan antara prediktor dan respons diasumsikan meng...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pada Kode R 11.9 mem...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 linear (merah) gagal menangkap lonjakan tajam waktu respons pada beban CPU tinggi (&gt;70%), sedangkan kurva LOESS (biru) mengikuti pola data secara lebih...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span pada LOESS mengon...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trade-off bias-variance yang akan dijumpai kembali dalam konteks machine learning pada Bab 14.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mekanis, LOESS menghitung...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satu persamaan global tunggal sebagaimana pada regresi linear atau logistik. Konsekuensinya, LOESS tidak menghasilkan “koefisien” yang dapat dilaporkan...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11.4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Pengantar Regresi Nonparametrik: LOESS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11.8 — Perhitungan pseudo-R² McFadd...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hubungan non-linear antara beban CPU (%) dan waktu respons (ms)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set.seed(1103)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beban_cpu &lt;- sort(runif(100, 10, 95))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Hubungan non-linear: relatif datar pada beban rendah, melonjak tajam mendekati beban tinggi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waktu_respons_nl &lt;- 50 + 0.5*beban_cpu + 15*exp((beban_cpu-70)/10) * (beban_cpu &gt; 60) + rnorm(100, 0, 15)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df_nl &lt;- data.frame(beban_cpu, waktu_respons_nl)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Membandingkan regresi LINEAR (kurang sesuai) dengan LOESS (nonparametrik)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ggplot(df_nl, aes(x...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Eksekusi selesai tanpa galat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Hasil objek siap untuk inferensi statistik lanjutan.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11.5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Kernel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regression adalah pendekatan nonparametrik lain yang, sejalan dengan LOESS, mengestimasi nilai respons pada suatu titik x sebagai rata-rata TERBOBOT dari observasi d...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Nadaraya-Watson, bentu...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perbedaan teknis yang menjadikan LOESS umumnya berkinerja lebih baik di dekat batas (boundary) rentang data X, di mana kernel regression klasik cender...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Sebagaimana pemilihan span pada LOESS, pemilihan bandwidth optimal pada kernel regression idealnya tidak dilakukan secara sembarangan atau murni berdasarkan 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Sejalan dengan pola pada LOESS, 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nonparametrik menggantikan asumsi bentuk fungsional GLOBAL (seperti linearitas pada regresi Bab 10, atau logit pada regresi logistik Sub-bab 11.1)...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11.5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Pengantar Kernel Regression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11.10 — Perbandingan kurva LOESS pa...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Kernel regression menggunakan fungsi bawaan R: ksmooth()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hasil_kernel_sempit &lt;- ksmooth(df_nl$beban_cpu, df_nl$waktu_respons_nl,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kernel = "normal", bandwidth = 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hasil_kernel_lebar  &lt;- ksmooth(df_nl$beban_cpu, df_nl$waktu_respons_nl,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kernel = "normal", bandwidth = 20)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Visualisasi perbandingan bandwidth sempit vs lebar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plot(df_nl$beban_cpu, df_nl$waktu_respons_nl, col = "grey60", pch = 19,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xlab = "Beban CPU (%)", ylab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metrik  nilai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OR lama_berlangganan 0.9231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OR jumlah_komplain  1.7328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OR skor_engagement  0.9753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         Akurasi 0.8433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       Sensitivity 0.7660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      Specificity 0.8889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                AUC 0.8987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berikut menggunakan studi kasus prediksi churn pelanggan layanan berlangganan (SaaS). Kerjakan pada satu berkas skrip bernama praktikum_bab11.R.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regresi logistik. Bangkitkan data churn pelanggan (biner) yang dipengaruhi oleh lama_berlangganan (bulan), bangun model g...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ratio. Hitung odds ratio dan CI 95%-nya dari model Langkah 1 menggunakan exp(coef()) dan exp(confint()), lalu interpretasi...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dengan banyak prediktor. Tambahkan prediktor kedua (jumlah_komplain) pada model Langkah 1, dan interpretasikan odds ratio...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matrix. Prediksi kelas churn pada threshold 0,5 menggunakan model Langkah 3, bangun confusion matrix, dan hitung akur...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ROC dan AUC. Menggunakan package pROC, buat kurva ROC dari model Langkah 3, hitung AUC-nya, dan interpretasikan kualitas 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84632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threshold. Bandingkan sensitivity dan specificity pada minimal 4 nilai threshold berbeda (mengikuti Kode R 11.7), lal...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logistik memodelkan peluang kejadian biner melalui fungsi link logit: logit(p) = ln[p/(1−p)] = β₀ + β₁X₁ + …, dengan fungsi sigmoid sebagai...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dibangun menggunakan glm(y ~ x, family=binomial); koefisien diuji menggunakan uji-z (bukan uji-t) berdasarkan teori maximum likelihood asimto...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(OR = e^β) memberikan interpretasi yang lebih intuitif dibandingkan koefisien log-odds mentah: OR&gt;1 meningkatkan odds kejadian, OR&lt;1 men...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menyilangkan prediksi dengan kelas aktual, menghasilkan metrik akurasi, sensitivity (recall), dan specificity; akurasi dapat menye...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ROC mengevaluasi model pada seluruh kemungkinan threshold; AUC merangkum kurva ROC menjadi satu angka (0,5=acak, 1=sempurna) yang tidak berga...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Pemilihan threshold keputusan melibatkan trade-off sensitivity vs specificity yang harus disesuaikan dengan konteks biaya kesalahan pada domain apl...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LOESS (Locally Estimated Scatterplot Smoothing) adalah regresi nonparametrik yang mencocokkan regresi lokal pada setiap titik data, dikendalikan ol...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regression mengestimasi respons sebagai rata-rata terbobot observasi tetangga, dengan parameter bandwidth berperan analog dengan span pada L...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regresi linear biasa tidak sesuai untuk memodelkan respons biner, dan bagaimana fungsi link logit mengatasi ma...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interpretasi odds ratio (OR) pada regresi logistik, termasuk makna OR=1, OR&gt;1, dan OR&lt;1.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uji signifikansi koefisien pada glm() menggunakan uji-z, bukan uji-t seperti pada lm().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akurasi dapat menyesatkan sebagai metrik evaluasi pada data klasifikasi yang tidak seimbang (imbalanced).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apa yang diukur oleh kurva ROC dan AUC, serta keunggulannya dibandingkan evaluasi pada satu threshold tunggal.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trade-off antara sensitivity dan specificity ketika ambang batas (threshold) keputusan diubah.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Dalgaard, P. (2008). Introductory Statistics with R, 2nd Edition. New York: Springer — Bab 13.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Zulfikar, Susanti, A. &amp; Munawarah (2022). Statistical Computing dengan Program R. Jombang: Penerbit UNWAHA — Bab XI–XII.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Seefeld, K. &amp; Linder, E. (2007). Statistics Using R with Biological Examples. University of New Hampshire — Bab 6.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— SIMULASI MONTE CARLO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· REGRESI LOGISTIK DAN MODEL LANJUT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11: REGRESI LOGISTIK DAN MODEL LANJUT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