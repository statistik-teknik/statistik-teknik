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AKHIR: STUDI KASUS ANALISIS DATA KOMPREHENSIF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16 (UAS)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CPMK-3, CPMK-4, CPMK-5, CPMK-6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(Presentasi Proyek + Ujian Komprehensif)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CPMK-3, CPMK-4, CPMK-5, CPMK-6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Merumuskan masalah dan memilih dataset yang sesuai untuk proyek analisis data di bidang Teknik Informatika.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alur kerja analisis data yang sistematis, dari eksplorasi data hingga pemodelan dan interpretasi.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laporan proyek analisis data mengikuti struktur ilmiah yang baku dan ringkas.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kriteria penilaian laporan dan presentasi proyek akhir sebagai panduan penyusunan yang efektif.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 seluruh kompetensi statistika terapan (EDA, uji hipotesis, regresi, simulasi, resampling, analisis multivariat) dalam satu proyek analisis data nyata bidang Teknik Informatika.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15.1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Perumusan Masalah dan Pemilihan Dataset Bidang 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 mata kuliah Statistik Teknik merupakan puncak (capstone) yang mengintegrasikan seluruh kompetensi yang telah dibangun sepanjang 14 bab sebelumnya — mulai dari 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dengan Teknik Informat...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sistem, keamanan jaringan, perilaku pengguna aplikasi, kualitas perangkat lunak, atau infrastruktur cloud/IoT — bukan sekadar mengambil dataset gene...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185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473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473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473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Ketersediaan dan kualitas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473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harus memiliki jumlah observasi memadai (idealnya n≥50 untuk analisis inferensial yang bermakna) dan kualitas yang wajar (proporsi missing value tida...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506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794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 yang proporsional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794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harus cukup kompleks untuk menerapkan MINIMAL tiga teknik berbeda dari mata kuliah ini (misalnya EDA + uji hipotesis + regresi, atau EDA + clustering +...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827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115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115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115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diinterpretasikan secara b...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0115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analisis harus dapat diterjemahkan menjadi kesimpulan atau rekomendasi yang masuk akal dan bermanfaat bagi pemangku kepentingan hipotetis (tim pengemba...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15.2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Proyek: EDA → Uji Statistik/Model → Interpretasi → Pelaporan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ini merangkum alur kerja standar yang telah diterapkan secara konsisten sepanjang buku ajar ini — mulai dari Sub-bab 3.5 (kerangka kerja EDA) hingga berbagai studi 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 dipahami bahwa alur kerj...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mengenali kapan harus kembali ke tahap sebelumnya dan menyesuaikan pendekatan berdasarkan apa yang ditemukan dalam data adalah keterampilan analiti...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pada Kode R 15.1 sengaj...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dibungkus sebagai fungsi terpisah, sejalan dengan praktik baik pemrograman R yang telah ditekankan sejak Sub-bab 8.4.3 (fungsi uji_t_otomatis())...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15.2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kualitas pada setiap tahap alur kerja proyek akhir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15.2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Alur Kerja Proyek: EDA → Uji Statistik/Model → Interpretasi → Pelaporan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15.2 — Implementasi Alur Kerja Proy...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Template alur kerja proyek akhir: kerangka fungsi yang dapat diadaptasi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Tahap 1: MEMUAT DAN MEMERIKSA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muat_dan_periksa &lt;- function(data)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cat("Dimensi data:", dim(data), "\n")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str(data)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cat("Jumlah missing value per kolom:\n")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print(colSums(is.na(data)))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cat("Jumlah baris duplikat:", sum(duplicated(data)), "\n")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Tahap 2: EDA SISTEMATIS (mengikuti kerangka kerja Sub-bab 3.5)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eda_ringkas &lt;- function(data, kolom_numerik)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sapply(data[kolom_numerik], function(x)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Eksekusi selesai tanpa galat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Hasil objek siap untuk inferensi statistik lanjutan.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15.3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Laporan Proyek Akhir (Format Ilmiah Ringkas)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proyek akhir mengikuti struktur ilmiah ringkas yang lazim digunakan pada laporan analisis data profesional maupun manuskrip ilmiah pendahuluan, TANPA perlu selengka...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dan Abstrak (maksimal 200 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merangkum masalah, metode, dan temuan utama secara ringkas.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185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473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473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473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473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masalah, rumusan pertanyaan penelitian, dan tujuan analisis.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506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794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794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data, jumlah observasi dan variabel, serta ringkasan proses data cleaning yang dilakukan.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827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115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115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115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0115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statistik yang digunakan beserta justifikasi pemilihannya (termasuk hasil pemeriksaan asumsi).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15.4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Penilaian Presentasi dan Laporan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kriteria penilaian sejak awal membantu mahasiswa mengalokasikan usaha secara proporsional pada setiap komponen proyek. Tabel berikut merangkum rubrik penilaian yan...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“backward design”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merencanakan pekerjaan dengan mengacu pada kriteria evaluasi AKHIR sejak tahap PERENCANAAN awal, bukan menyusun rubrik setelah pekerjaan selesai — sangat dia...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satu penyebab paling umum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khususnya kecenderungan menunda tahap penulisan laporan hingga seluruh analisis selesai sepenuhnya. Tabel berikut menyajikan alokasi waktu indikatif yang dis...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15.3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 indikatif pengerjaan proyek akhir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15.5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Studi Kasus: Prediksi Beban, Deteksi Anomali, Segmentasi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penutup ini menyajikan tiga contoh studi kasus RINGKAS yang mengilustrasikan bagaimana template alur kerja pada Sub-bab 15.2 diterapkan pada tiga jenis pertanyaan p...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 metodologis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keputusan analitis (mengapa suatu outlier dihapus, mengapa teknik tertentu dipilih, berapa kali analisis dicoba sebelum hasil akhir) harus didokument...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185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473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473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473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Menghindari p-hacking: mencoba b...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473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apabila beberapa analisis memang dilakukan, seluruhnya harus dilaporkan secara transparan.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506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794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Kerahasiaan dan privasi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794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apabila menggunakan data nyata yang memuat informasi pribadi (misalnya log pengguna atau data survei), pastikan data telah dianonimkan dan tidak memuat pengi...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827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115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115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115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Atribusi sumber yang jujur: data...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0115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penggunaannya umumnya diperbolehkan, namun tidak mengakuinya merupakan pelanggaran integritas akademik.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15.5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Contoh Studi Kasus: Prediksi Beban, Deteksi Anomali, Segmentasi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15.1 — Template fungsi alur kerja e...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library(car)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Pertanyaan penelitian: Prediktor apa yang paling memengaruhi puncak beban CPU server?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set.seed(1501)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n_hari &lt;- 90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df_beban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jumlah_pengguna_aktif = round(runif(n_hari, 500, 5000)),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jumlah_request_per_menit = round(runif(n_hari, 200, 3000)),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hari_kerja = factor(sample(c("Ya","Tidak"), n_hari, replace=TRUE, prob=c(5/7,2/7)))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df_beban$puncak_cpu_persen &lt;- with(df_beban,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 + 0.008*jumlah_pengguna_aktif + 0.012*jumlah_request_per_menit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ifelse(hari_kerj...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  Std. Error t value  Pr(&gt;|t|)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           19.428567  2.1834521  8.898  1.02e-13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jumlah_pengguna_aktif    0.007823  0.0007621 10.267  3.45e-16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jumlah_request_per_menit 0.011654  0.0012843  9.075  4.12e-14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hari_kerja...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 — Bab 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langkah praktikum berikut secara berurutan di RStudio: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Lingkungan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workspace RStudio dan muat paket statistik yang diperlukan.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atau muat dataset studi kasus bidang Teknik Informatika.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&amp; Komputasi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estimasi parameter, pemodelan, atau simulasi.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&amp; Diagnostik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Sajikan grafik distribusi dan verifikasi asumsi statistik.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Hasil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Dokumentasikan temuan dalam bentuk skrip reproducible (.R/.Rmd).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 mengintegrasikan seluruh kompetensi yang dibangun sepanjang Bab 1–14, dari fondasi R dan EDA hingga uji hipotesis, regresi, simulasi, 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topik dan dataset yang baik memenuhi empat kriteria: relevansi dengan TI, kualitas data memadai, kompleksitas proporsional, dan dapat dii...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simulasi (rnorm(), rgamma(), rbinom(), dsb.) merupakan pilihan yang sepenuhnya valid untuk proyek akhir apabila dirancang realistis dan didoku...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penelitian yang baik bersifat spesifik, terukur, dan relevan dengan keputusan nyata yang dapat diambil berdasarkan jawabannya.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proyek mengikuti empat tahap standar: memuat dan memeriksa data, EDA sistematis, uji statistik/pemodelan, dan interpretasi/pelaporan — b...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proyek akhir mengikuti struktur ilmiah ringkas: judul/abstrak, pendahuluan, deskripsi data, metodologi, hasil dan pembahasan, kesimpulan/re...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penilaian proyek akhir memberi bobot terbesar (30%) pada komponen analisis dan interpretasi, menegaskan bahwa signifikansi statistik semata ...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contoh studi kasus (prediksi beban server, deteksi anomali jaringan, segmentasi pengguna) mengilustrasikan penerapan regresi, uji hipotesis/ED...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diingat bahwa audiens presentasi proyek akhir umumnya mencakup dosen pengampu DAN sesama mahasiswa dengan tingkat penguas...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Penyelesaian proyek akhir menandai berakhirnya rangkaian pembelajaran formal mata kuliah Statistik Teknik, namun sesungguhnya merupakan awal dari penerapan b...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mahasiswa yang berminat mendalami lebih jauh, beberapa arah pengembangan yang dapat ditempuh mencakup: statistika Bayesian (memperluas kerangka inferens...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sisi perkakas, penguasaan R yang telah dibangun sepanjang buku ajar ini juga memudahkan transisi menuju ekosistem lain yang lazim digunakan di industri 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referensi [1]–[7] yang telah digunakan pada Bab 1–14 tetap relevan sebagai rujukan teknis pada proyek akhir, disesuaikan dengan teknik analisis spesifik yang dipilih mah...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Akhir &amp; Proyek Mandiri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 · PROYEK AKHIR: STUDI KASUS ANALISIS DATA KOMPREHENSIF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15: PROYEK AKHIR: STUDI KASUS ANALISIS DATA KOMPREHENSIF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