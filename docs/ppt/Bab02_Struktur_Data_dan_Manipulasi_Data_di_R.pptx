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DAN MANIPULASI DATA DI 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CPMK-1, CPMK-2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CPMK-1, CPMK-2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dan menggunakan tipe data lanjut R (factor dan list) sesuai konteks data kategorikal maupun data bertingkat (nested).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indexing dan subsetting data secara efisien menggunakan operator [ ], [[ ]], $, dan logical indexing.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fungsi apply family (apply, sapply, lapply) sebagai alternatif perulangan eksplisit dalam komputasi vektor.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operator pipe dan fungsi inti dplyr (filter, select, mutate, group_by, summarise) untuk manipulasi data tabular.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pembersihan data (data cleaning) meliputi penanganan missing value, duplikasi, dan standardisasi format.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Lanjut: Factor dan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Selain tipe data primitif yang telah dibahas pada Bab 1 (character, numeric, integer, logical), R menyediakan dua struktur tambahan yang sangat penting dalam analisis data:...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konteks Teknik Informatika, factor sering digunakan untuk merepresentasikan atribut seperti status insiden keamanan ("Rendah", "Sedang", "Tinggi") atau...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adalah struktur data paling...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vector, data frame, bahkan list lain di dalamnya. Fleksibilitas ini menjadikan list sangat berguna untuk merepresentasikan hasil yang kompleks, misa...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Tipe Data Lanjut: Factor dan 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2.1 — Implementasi Tipe Data Lanjut...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tingkat keparahan insiden keamanan jaringan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tingkat_insiden &lt;- c("Sedang", "Tinggi", "Rendah", "Tinggi", "Sedang")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Mengonversi menjadi factor dengan urutan level yang bermakna (ordinal)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tingkat_insiden_f &lt;- factor(tingkat_insiden,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levels = c("Rendah", "Sedang", "Tinggi"),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ordered = 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tingkat_insiden_f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levels(tingkat_insiden_f)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Manfaat factor ordinal: dapat dibandingkan secara logis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tingkat_insiden_f[2] &gt; ting...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Sedang Tinggi Rendah Tinggi Sedang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Levels: Rendah &lt; Sedang &lt; 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"Rendah" "Sedang" "Tinggi"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tingkat_insiden_f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Rendah Sedang 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1      2      2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dan Subsetting: [ ], [[ ]], $, dan Logical Indexing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mengambil subset data secara tepat merupakan keterampilan inti dalam pemrograman R. R menyediakan beberapa operator pengindeksan dengan perilaku yang berbeda: tan...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yang umum dilakukan pe...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 daftar_x[1] akan selalu mengembalikan list berisi satu elemen (tetap “terbungkus”), sedangkan daftar_x[[1]] mengembalikan isi elemen tersebut secara...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Indexing dan Subsetting: [ ], [[ ]], $, dan Logical Indexing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2.2 — Konstruksi dan pengaksesan li...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subsetting data frame log server (lanjutan Bab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df_server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nama_server  = c("SRV-01", "SRV-02", "SRV-03", "SRV-04"),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cpu_core     = c(8, 16, 8, 32),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is_aktif     = c(TRUE, TRUE, FALSE, TRUE),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rata_respons = c(128.75, 103.5, 163.75, 95.2)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]  : subsetting baris &amp; kolom sekaligus (tetap berupa data frame)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df_server[1:2, c("nama_server", "rata_respons")]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LOGICAL INDEXING: hanya server yang aktif DAN rata_respons &gt;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df_server[df_server$is_aktif...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nama_server rata_respons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SRV-01       128.75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SRV-02       103.50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nama_server cpu_core is_aktif rata_respons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SRV-01        8     TRUE       128.75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8 16  8 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nama_server cpu_core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SRV-01        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SRV...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Vektor dan Vectorization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 karakteristik R yang membedakannya dari bahasa pemrograman prosedural konvensional adalah vectorization, yaitu kemampuan menerapkan sebuah operasi ke seluruh ele...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pendekatan pada Kode R 2.3...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suatu operasi dapat dinyatakan sebagai fungsi yang bekerja atas seluruh vector sekaligus, hindari penggunaan perulangan for.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Operasi Vektor dan Vectorization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2.3 — Berbagai teknik indexing dan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menghitung utilisasi memori (%) dari 6 pengukuran (dalam MB)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memori_terpakai &lt;- c(3200, 4100, 2950, 5600, 3800, 4700)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kapasitas_total &lt;- 8192   # MB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CARA VECTORIZED (disarankan): operasi diterapkan ke seluruh elemen sekaligus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utilisasi_persen &lt;- round(memori_terpakai / kapasitas_total * 100,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utilisasi_persen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Dibandingkan dengan pendekatan perulangan eksplisit (kurang efisien)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utilisasi_manual &lt;- numeric(length(memori_terpakai))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in seq_along(memori_terpakai)) {...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39.1 50.0 36.0 68.4 46.4 57.4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TRUE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apply, sapply, lapply, vapply, dan mapply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komputasi tidak dapat sepenuhnya dinyatakan melalui vectorization sederhana — misalnya ketika suatu fungsi perlu diterapkan pada setiap baris atau kolom suatu matrix...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2.1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keluarga fungsi apply di 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Fungsi apply, sapply, lapply, vapply, dan mapply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2.4 — Perbandingan pendekatan vecto...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statistik ringkas per kolom metrik pada matrix kinerja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matriks_kinerja &lt;- matrix(c(78, 65, 40, 55, 82, 60, 45, 70, 90, 30),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nrow = 2, byrow =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dimnames = list(c("SRV-A","SRV-B"),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c("CPU","Memori","Disk","Jaringan","Antrian")))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apply(): rata-rata tiap KOLOM (MARGIN =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apply(matriks_kinerja, 2, mean)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apply(): nilai MAKSIMUM tiap BARIS (MARGIN =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apply(matriks_k...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  Memori     Disk Jaringan  Antrian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66.5     47.5     57.5     80.0     45.0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SRV-A SRV-B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82    90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    Memori      Disk  Jaringan   Antrian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16.263456 17.677670 21.213203 14.142136 21.213203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55 78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$Memori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30 6...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Tidyverse: Pipe dan dplyr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adalah kumpulan package R yang dirancang dengan filosofi dan sintaks yang konsisten untuk mempermudah manipulasi, transformasi, dan visualisasi data [1]. Salah sa...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baris (observasi) berdasarkan suatu kondisi logis.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kolom (variabel) berdasarkan nama.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kolom baru atau memodifikasi kolom yang sudah ada.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group_by()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observasi berdasarkan nilai suatu kolom (biasanya digunakan bersama summarise()).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Pengantar Tidyverse: Pipe dan dplyr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2.5 — Penerapan apply() dan sapply(...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log permintaan (request) harian dari empat aplikasi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log_aplikasi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aplikasi     = c("A","A","B","B","C","C","D","D"),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hari         = rep(c("Senin","Selasa"), 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jumlah_req   = c(1200, 1350, 980, 1010, 2200, 2450, 700, 690),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gagal_req    = c(12, 9, 5, 20, 44, 30, 3,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Rangkaian operasi dengan pipe: filter -&gt; mutate -&gt; group_by -&gt; summarise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ringkasan_aplikasi &lt;- log_aplikasi %&gt;%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filter(jumlah_req &gt; 800) %&gt;%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mutate(persen_gagal = r...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tibble: 4 x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aplikasi total_request rata_persen_gagal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&lt;chr&gt;            &lt;dbl&gt;             &lt;dbl&gt;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                 4650              1.62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B                 1990              1.51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A                 2550              0.81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D           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 dengan tidyr: pivot_longer() dan pivot_wider()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dunia nyata sering kali tersedia dalam format “lebar” (wide), misalnya satu kolom untuk setiap bulan pengukuran, padahal sebagian besar fungsi analisis dan visualisasi...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long pada Kode R 2.6 sangat relevan ketika data hendak divisualisasikan dengan ggplot2 (dibahas pada Bab 4), karena ggplot2 memerlukan satu kolom yang...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Reshaping Data dengan tidyr: pivot_longer() dan pivot_wider()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2.6 — Alur kerja filter–mutate–grou...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penggunaan bandwidth (GB) 3 cabang kantor selama 3 bulan (format wide)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bw_wide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cabang = c("Surabaya", "Malang", "Kediri"),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Jan    = c(120, 85, 60),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Feb    = c(135, 90, 58),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    = c(150, 95, 65)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bw_wide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WIDE -&gt; LONG: setiap baris menjadi satu observasi (cabang, bulan, bandwidth)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bw_long &lt;- bw_wide %&gt;%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pivot_longer(cols = Jan:Mar, names_to = "bulan", values_to = "bandwidth_gb")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bw_long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-&gt; WIDE: mengembalikan ke bentuk se...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tibble: 9 x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cabang   bulan bandwidth_gb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&lt;chr&gt;    &lt;chr&gt;        &lt;dbl&gt;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Surabaya Jan            120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Surabaya Feb            135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Surabaya Mar            150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Malang   Jan             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Malang   Feb             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Missing Value, Duplikasi, dan Standardisasi Format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yang berasal dari log sistem, survei, atau sensor IoT jarang sekali bersih sepenuhnya. Tahap data cleaning bertujuan mengidentifikasi dan menangani tiga masalah...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ditekankan bahwa keputusan menghapus baris dengan missing value (sebagaimana dilakukan pada Kode R 2.7) bukan satu-satunya strategi yang tersedia. Alte...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Data Cleaning: Missing Value, Duplikasi, dan Standardisasi Format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2.7 — Transformasi data bandwidth c...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data mentah hasil survei kepuasan pengguna aplikasi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df_survei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 = c(101, 102, 103, 104, 104, 105),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kategori = c("Puas", "puas ", "Tidak Puas", "Netral", "Netral", NA),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skor     = c(4, 4, 2, NA, 3,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df_survei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MENDETEKSI missing value per kolom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colSums(is.na(df_survei))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MENANGANI missing value: menghapus baris (jika proporsi kecil)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df_bersih &lt;- df_survei %&gt;% filter(!is.na(kategori), !is.na(skor))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MENDETEKSI DAN MENGHAPUS duplik...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skor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101    2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102    0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kategori skor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101     Puas   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103 Tidak Puas  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105     &lt;NA&gt;    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data mentah log transaksi API dari sebuah sistem e-commerce berskala kecil. Kerjakan pada satu berkas skrip bernama praktikum_bab2.R.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Membangkitkan data mentah...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(factor dengan level "/login", "/checkout", "/search"), waktu_ms (numeric, beberapa nilai sengaja diisi NA), status_ko...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awal. Gunakan str() dan colSums(is.na(log_api)) untuk mengidentifikasi tipe data dan jumlah missing value per kolom.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cleaning. Hapus baris duplikat dengan distinct(), lalu tangani missing value pada waktu_ms menggunakan salah satu strategi...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dengan dplyr. Gunakan filter(), mutate(), group_by(), dan summarise() untuk menghitung rata-rata waktu_ms dan jumlah...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data. Buat versi ringkasan dalam format wide (satu baris per hari, satu kolom per endpoint) menggunakan pivot_wider()...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apply family. Gunakan sapply() untuk menghitung standar deviasi waktu_ms per endpoint sebagai pembanding hasil dari g...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merepresentasikan data kategorikal (nominal/ordinal) dan menyimpan informasi level, sedangkan list menyimpan objek heterogen dan dapat bersi...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[ ] mempertahankan struktur objek asal, [[ ]] mengekstraksi isi satu elemen list secara “tidak terbungkus”, dan $ mengakses kolom/elemen b...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indexing (mis. df[df$kolom &gt; nilai, ]) adalah cara paling umum untuk menyaring baris berdasarkan suatu kondisi.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memungkinkan operasi diterapkan ke seluruh elemen vector sekaligus tanpa perulangan eksplisit, dan umumnya lebih efisien daripada for.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 fungsi apply (apply, sapply, lapply, vapply, mapply) menyediakan alternatif perulangan yang idiomatik untuk matrix, vector, dan list.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menyediakan lima kata kerja inti — filter(), select(), mutate(), group_by(), summarise() — yang dapat dirangkai menggunakan operator pipe (%&gt;...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pivot_longer() dan pivot_wider() dari package tidyr digunakan untuk mengubah bentuk data antara format wide dan long (tidy).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mencakup tiga tugas utama: menangani missing value (NA), menghapus duplikasi (distinct()), dan menstandardisasi format teks (trimws()...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landasan teoretis dari materi utama pada bab ini!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kelebihan dan keterbatasan pendekatan statistik yang dipelajari?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asumsi metodologi ini rentan mengalami pelanggaran?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hasil ekspresi list_x[1] dan list_x[[1]] pada sebuah objek list, serta implikasinya jika keduanya tertukar dalam suatu perhitungan.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pendekatan vectorized umumnya lebih disarankan dibandingkan perulangan for eksplisit dalam pemrograman R? Jelaskan dari sisi keterbacaan kode maupun ...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fungsi sapply() dan lapply(), termasuk kapan sebaiknya masing-masing digunakan.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Venables, W.N., Smith, D.M. &amp; R Core Team (2026). An Introduction to R (R Version 4.7.0). R Project Documentation — Bab 4–6.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1 (bagian struktur data).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— STATISTIKA DESKRIPTIF DAN EKSPLORASI DATA (EDA)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STRUKTUR DATA DAN MANIPULASI DATA DI 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2: STRUKTUR DATA DAN MANIPULASI DATA DI R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