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PROBABILITAS DAN DISTRIBUSI DISKRIT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konsep dasar peluang, ruang sampel, dan kejadian (event) dalam suatu eksperimen acak.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aturan probabilitas (aditif, multiplikatif, dan probabilitas bersyarat) untuk menghitung peluang suatu kejadian.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konsep variabel acak diskrit dan fungsi massa peluang (probability mass function/pmf).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dan mensimulasikan peluang menggunakan distribusi Binomial, Geometrik, Poisson, dan Hipergeometrik.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fungsi d/p/q/r di R untuk menghitung densitas, probabilitas kumulatif, kuantil, dan membangkitkan bilangan acak dari suatu distribusi diskrit.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5.1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 Peluang dan Ruang Sampel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probabilitas adalah fondasi matematis bagi seluruh metode statistika inferensial yang akan dipelajari mulai Bab 6 hingga akhir mata kuliah ini. Sebuah eksperimen acak...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klasik (classical)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= (banyaknya hasil dalam A) / (banyaknya hasil dalam S), berlaku ketika seluruh hasil di S sama mungkin terjadi.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frekuentis (frequentist)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didekati melalui proporsi kemunculan A dalam sejumlah besar pengulangan eksperimen, misalnya proporsi permintaan API yang berhasil dari 10.000 kali pema...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subjektif (subjective)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merepresentasikan tingkat keyakinan (degree of belief) seseorang terhadap terjadinya A, sering digunakan dalam konteks yang sulit diulang, misalnya “pel...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5.1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Konsep Dasar Peluang dan Ruang Sampel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5.1 — Implementasi Konsep Dasar Pel...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memantau status 500 permintaan HTTP historis pada sebuah endpoint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set.seed(501)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status_historis &lt;- sample(c("berhasil", "gagal"), size = 500,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replace = TRUE, prob = c(0.96, 0.04))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Pendekatan FREKUENTIS: mengestimasi P(gagal) dari data historis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tabel_status &lt;- table(status_historis)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tabel_status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proporsi_gagal &lt;- tabel_status["gagal"] / sum(tabel_status)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proporsi_gagal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status_historis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berhasil    gagal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480       20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gagal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0.04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5.2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Probabilitas: Aditif, Multiplikatif, dan Probabilitas Bersyarat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aturan dasar memungkinkan probabilitas kejadian kompleks dihitung dari probabilitas kejadian yang lebih sederhana: aturan aditif untuk gabungan (union) kejadian, atura...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dua kejadian A dan B, P(A ∪ B) = P(A) + P(B) − P(A ∩ B). Apabila A dan B saling lepas (mutually exclusive, tidak dapat terjadi bersamaan), maka P(A ∩ B...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umum, P(A ∩ B) = P(A) × P(B|A), di mana P(B|A) adalah probabilitas bersyarat B dengan syarat A telah terjadi. Apabila A dan B bersifat independen (kej...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Probabilitas bersyarat didefinisikan sebagai P(A|B) = P(A ∩ B) / P(B), untuk P(B) &gt; 0. Konsep ini menjadi fondasi Teorema Bayes, P(A|B) = [P(B|A) × P(A)] / P...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5.2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Aturan Probabilitas: Aditif, Multiplikatif, dan Probabilitas Bersyarat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5.1 — Estimasi peluang kejadian "ga...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dua server independen (SRV-A dan SRV-B) yang menangani permintaan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secara paralel; masing-masing memiliki peluang gagal 0.04 dan 0.03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p_gagal_a &lt;- 0.04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p_gagal_b &lt;- 0.03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ATURAN MULTIPLIKATIF (independensi): peluang KEDUA server gagal bersamaan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p_keduanya_gagal &lt;- p_gagal_a * p_gagal_b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p_keduanya_gagal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ATURAN ADITIF: peluang MINIMAL SATU server gagal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p_minimal_satu_gagal &lt;- p_gagal_a + p_gagal_b - p_keduanya_gagal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p_minimal_satu_gagal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Peluang SISTEM TETAP BERJALAN...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0.0012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0.0688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0.9988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5.3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Acak Diskrit dan Fungsi Massa Peluang (pmf)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acak (random variable) adalah fungsi yang memetakan setiap hasil pada ruang sampel ke suatu bilangan real. Variabel acak diskrit adalah variabel acak yang nilainya...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ukuran penting yang diturunkan dari pmf adalah nilai harapan (expected value) E(X) = Σ x × p(x), yang merepresentasikan rata-rata jangka panjang dari X, 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5.3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Variabel Acak Diskrit dan Fungsi Massa Peluang (pmf)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5.2 mengilustrasikan prinsip di bal...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pmf jumlah request gagal dari 4 percobaan retry independen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(masing-masing percobaan: peluang gagal 0.1, peluang berhasil 0.9)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&lt;- 0:4                                  # kemungkinan jumlah kegagalan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pmf &lt;- dbinom(x, size = 4, prob = 0.1)     # pmf Binomial (dibahas Sub-bab 5.4)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data.frame(jumlah_gagal = x, peluang = round(pmf, 4))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Verifikasi syarat pmf: jumlah seluruh peluang harus sama dengan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sum(pmf)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Menghitung E(X) dan Var(X) langsung dari definisi pmf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E_X   &lt;-...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jumlah_gagal peluang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1            0  0.6561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2            1  0.2916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3            2  0.0486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4            3  0.0036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5            4  0.0001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0.36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5.4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Binomial dan Geometrik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Binomial memodelkan jumlah keberhasilan dalam n percobaan Bernoulli independen yang identik (masing-masing hanya memiliki dua kemungkinan hasil: berhasil atau ga...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Geometrik memodelkan banyaknya percobaan yang diperlukan hingga keberhasilan pertama terjadi, dengan asumsi setiap percobaan bersifat independen d...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794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diperhatikan bahwa fungsi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794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sehingga “sukses pada percobaan ke-3” harus diterjemahkan sebagai dgeom(2, prob), bukan dgeom(3, prob). Kesalahan memahami definisi parameter semacam ini ada...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5.4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Distribusi Binomial dan Geometrik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5.3 — Verifikasi pmf serta perhitun...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BINOMIAL: dari 20 permintaan API, hitung peluang tepat 18 yang berhasil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(peluang berhasil per permintaan = 0.9)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dbinom(18, size = 20, prob = 0.9)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Peluang MINIMAL 18 dari 20 permintaan berhasil (P(X &gt;= 18))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pbinom(17, size = 20, prob = 0.9)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GEOMETRIK: peluang koneksi ulang berhasil TEPAT pada percobaan ke-3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(peluang berhasil per percobaan = 0.7; dgeom() menghitung kegagalan SEBELUM sukses)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dgeom(2, prob = 0.7)   # 2 kegagalan sebelum sukses = sukses pada percobaan ke-3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0.2851798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0.6769268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0.063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1.428571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5.5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Poisson dan Hipergeometrik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Poisson memodelkan banyaknya kejadian yang terjadi dalam suatu interval waktu atau ruang tertentu, dengan asumsi kejadian-kejadian tersebut terjadi secara indepe...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Hipergeometrik memode...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distribusi Binomial yang mengasumsikan pengambilan dengan pengembalian atau populasi tak terbatas. Contoh relevan: memeriksa banyaknya paket dat...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794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fungsi dhyper() di R, argum...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794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informasi penting bagi tim quality assurance dalam merancang ukuran sampel pemeriksaan yang memadai.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5.5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Distribusi Poisson dan Hipergeometrik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5.4 — Perhitungan peluang Binomial 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POISSON: rata-rata 5 permintaan tiba di server per detik (lambda = 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Peluang TEPAT 8 permintaan tiba dalam satu detik tertentu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dpois(8, lambda = 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Peluang LEBIH DARI 10 permintaan tiba dalam satu detik (potensi overload)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ppois(10, lambda = 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HIPERGEOMETRIK: dari batch 50 paket data berisi 6 paket rusak,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diambil sampel 10 paket tanpa pengembalian untuk pemeriksaan kualitas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Peluang TEPAT 2 paket rusak yang terambil dalam sampel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dhyper(x = 2, m = 6, n = 50 - 6, k = 10)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0.06527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0.01370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0.2340127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0.3487723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5.6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d/p/q/r pada R untuk Distribusi Probabilitas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mengikuti konvensi penamaan yang konsisten untuk seluruh distribusi probabilitas yang didukungnya: setiap distribusi memiliki empat fungsi dengan awalan d, p, q, dan r, d...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5.1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Konvensi penamaan fungsi d/p/q/r pada R untuk distribusi probabilitas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5.6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Fungsi d/p/q/r pada R untuk Distribusi Probabilitas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5.5 — Distribusi Poisson untuk traf...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Ilustrasi keempat fungsi pada distribusi Poisson (lambda = 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dpois(3, lambda = 5)          # d: P(X = 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ppois(3, lambda = 5)          # p: P(X &lt;= 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qpois(0.5, lambda = 5)        # q: nilai x dengan P(X &lt;= x) mendekati 0.5 (median)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set.seed(502)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rpois(10, lambda = 5)         # r: 10 bilangan acak dari Poisson(lambda = 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Memvisualisasikan pmf Poisson(lambda = 5) untuk x = 0 sampai 15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df_pois &lt;- data.frame(x = 0:15, peluang = dpois(0:15, lambda = 5))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ggplot(df_pois, ae...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0.1403739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0.2650259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[1] 6 4 6 3 6 6 6 5 7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berikut menggunakan studi kasus pemantauan kegagalan koneksi pada sebuah gateway IoT. Kerjakan pada satu berkas skrip bernama praktikum_bab5.R.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dasar. Sebuah sensor IoT memiliki peluang gagal mengirim data sebesar 0,05 pada setiap upaya pengiriman, dan setiap upa...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Geometrik. Hitung rata-rata banyaknya upaya pengiriman yang diperlukan hingga terjadi kegagalan pertama, serta pelua...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Poisson. Sebuah gateway menerima rata-rata 12 paket data per menit. Hitung peluang gateway menerima lebih dari 18 pa...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Hipergeometrik. Dari batch 40 sensor yang baru diproduksi, 5 di antaranya cacat. Diambil sampel 8 sensor tanpa penge...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pmf. Buatlah visualisasi pmf (menggunakan geom_col() pada ggplot2) untuk distribusi Poisson pada Langkah 3, untuk x...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84632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Monte Carlo sederhana. Gunakan rbinom() untuk mensimulasikan 10.000 kali eksperimen “15 upaya pengiriman sensor” pada 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sampel adalah himpunan seluruh kemungkinan hasil suatu eksperimen acak; kejadian adalah himpunan bagian dari ruang sampel tersebut.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pendekatan interpretasi peluang: klasik (berdasarkan simetri hasil), frekuentis (berdasarkan proporsi pengulangan), dan subjektif (tingkat key...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aditif P(A ∪ B) = P(A) + P(B) − P(A ∩ B) menghitung peluang gabungan kejadian; aturan multiplikatif P(A ∩ B) = P(A) × P(B|A) menghitung pelu...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massa peluang (pmf) mendeskripsikan peluang variabel acak diskrit bernilai tertentu, dengan syarat non-negatif dan berjumlah 1.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Binomial memodelkan jumlah keberhasilan dari n percobaan Bernoulli independen; distribusi Geometrik memodelkan banyaknya percobaan hingg...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Poisson memodelkan banyaknya kejadian dalam suatu interval waktu/ruang dengan laju konstan; distribusi Hipergeometrik memodelkan pengamb...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menggunakan konvensi penamaan d/p/q/r yang konsisten di seluruh distribusi probabilitas: density/pmf, cumulative, quantile, dan random generation.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perbedaan antara pendekatan klasik, frekuentis, dan subjektif dalam menginterpretasikan probabilitas, disertai satu co...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kapan aturan aditif P(A ∪ B) dapat disederhanakan menjadi P(A) + P(B), dan berikan syaratnya.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perbedaan mendasar antara distribusi Binomial dan distribusi Hipergeometrik, khususnya terkait proses pengambilan sampel.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12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5166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makna parameter lambda pada distribusi Poisson dan berikan satu contoh penerapannya dalam pemantauan sistem TI.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endpoint API memiliki peluang berhasil 0,92 per permintaan. Hitung peluang tepat 45 dari 50 permintaan berhasil menggunakan dbinom().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data pada soal nomor 6, hitung peluang minimal 45 dari 50 permintaan berhasil menggunakan pbinom().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sistem menerima rata-rata 8 notifikasi push per menit (Poisson). Hitung peluang sistem menerima tepat 3 notifikasi dalam satu menit tertentu.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Rizzo, M.L. (2019). Statistical Computing with R, 2nd Edition. Boca Raton: CRC Press, Chapman &amp; Hall — Bab 2 (2.1–2.2).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Schumacker, R. &amp; Tomek, S. (2013). Understanding Statistics Using R. New York: Springer — Bab 2.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Navarro, D. (2015). Learning Statistics with R: A Tutorial for Psychology Students and Other Beginners (v0.6). UNSW Press — Bab 9 (Introduction to Probability).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— DISTRIBUSI KONTINU DAN TEOREMA LIMIT PUSAT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TEORI PROBABILITAS DAN DISTRIBUSI DISKRIT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5: TEORI PROBABILITAS DAN DISTRIBUSI DISKRIT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